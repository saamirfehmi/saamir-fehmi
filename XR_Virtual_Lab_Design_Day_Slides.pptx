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ovelo" charset="1" panose="02000000000000000000"/>
      <p:regular r:id="rId13"/>
    </p:embeddedFont>
    <p:embeddedFont>
      <p:font typeface="Calibri (MS)" charset="1" panose="020F0502020204030204"/>
      <p:regular r:id="rId14"/>
    </p:embeddedFont>
    <p:embeddedFont>
      <p:font typeface="Hammersmith One" charset="1" panose="02010703030501060504"/>
      <p:regular r:id="rId15"/>
    </p:embeddedFont>
    <p:embeddedFont>
      <p:font typeface="Calibri (MS) Italics" charset="1" panose="020F05020202040A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jpeg" Type="http://schemas.openxmlformats.org/officeDocument/2006/relationships/image"/><Relationship Id="rId5" Target="../media/image19.jpeg" Type="http://schemas.openxmlformats.org/officeDocument/2006/relationships/image"/><Relationship Id="rId6" Target="../media/image20.jpeg" Type="http://schemas.openxmlformats.org/officeDocument/2006/relationships/image"/><Relationship Id="rId7" Target="../media/image2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2520" y="6381601"/>
            <a:ext cx="11242959" cy="854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3"/>
              </a:lnSpc>
            </a:pPr>
            <a:r>
              <a:rPr lang="en-US" sz="4980" spc="24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Virtual Chemical Pilot Plant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80543" y="7559142"/>
            <a:ext cx="992691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GNG1103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77914" y="1457659"/>
            <a:ext cx="15332173" cy="4865921"/>
            <a:chOff x="0" y="0"/>
            <a:chExt cx="20442897" cy="648789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00752"/>
              <a:ext cx="20442897" cy="6888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435"/>
                </a:lnSpc>
                <a:spcBef>
                  <a:spcPct val="0"/>
                </a:spcBef>
              </a:pPr>
              <a:r>
                <a:rPr lang="en-US" sz="31025" spc="-527">
                  <a:gradFill>
                    <a:gsLst>
                      <a:gs pos="0">
                        <a:srgbClr val="A6A6A6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lin ang="0"/>
                  </a:gradFill>
                  <a:latin typeface="Lovelo"/>
                  <a:ea typeface="Lovelo"/>
                  <a:cs typeface="Lovelo"/>
                  <a:sym typeface="Lovelo"/>
                </a:rPr>
                <a:t>SAMBA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22434">
              <a:off x="11501505" y="5025927"/>
              <a:ext cx="4174628" cy="876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78"/>
                </a:lnSpc>
                <a:spcBef>
                  <a:spcPct val="0"/>
                </a:spcBef>
              </a:pPr>
              <a:r>
                <a:rPr lang="en-US" sz="3913" spc="226">
                  <a:gradFill>
                    <a:gsLst>
                      <a:gs pos="0">
                        <a:srgbClr val="A6A6A6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lin ang="0"/>
                  </a:gradFill>
                  <a:latin typeface="Lovelo"/>
                  <a:ea typeface="Lovelo"/>
                  <a:cs typeface="Lovelo"/>
                  <a:sym typeface="Lovelo"/>
                </a:rPr>
                <a:t>BURAQ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601272" y="-85725"/>
              <a:ext cx="3424916" cy="149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78"/>
                </a:lnSpc>
                <a:spcBef>
                  <a:spcPct val="0"/>
                </a:spcBef>
              </a:pPr>
              <a:r>
                <a:rPr lang="en-US" sz="3913" spc="1119">
                  <a:gradFill>
                    <a:gsLst>
                      <a:gs pos="0">
                        <a:srgbClr val="A6A6A6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lin ang="0"/>
                  </a:gradFill>
                  <a:latin typeface="Lovelo"/>
                  <a:ea typeface="Lovelo"/>
                  <a:cs typeface="Lovelo"/>
                  <a:sym typeface="Lovelo"/>
                </a:rPr>
                <a:t>SAAMIR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4080000">
              <a:off x="15834103" y="2084463"/>
              <a:ext cx="4729409" cy="8802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78"/>
                </a:lnSpc>
                <a:spcBef>
                  <a:spcPct val="0"/>
                </a:spcBef>
              </a:pPr>
              <a:r>
                <a:rPr lang="en-US" sz="3913" spc="1017">
                  <a:gradFill>
                    <a:gsLst>
                      <a:gs pos="0">
                        <a:srgbClr val="A6A6A6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lin ang="0"/>
                  </a:gradFill>
                  <a:latin typeface="Lovelo"/>
                  <a:ea typeface="Lovelo"/>
                  <a:cs typeface="Lovelo"/>
                  <a:sym typeface="Lovelo"/>
                </a:rPr>
                <a:t>ABOLAJI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22434">
              <a:off x="7892723" y="519842"/>
              <a:ext cx="4092792" cy="876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78"/>
                </a:lnSpc>
                <a:spcBef>
                  <a:spcPct val="0"/>
                </a:spcBef>
              </a:pPr>
              <a:r>
                <a:rPr lang="en-US" sz="3913" spc="994">
                  <a:gradFill>
                    <a:gsLst>
                      <a:gs pos="0">
                        <a:srgbClr val="A6A6A6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lin ang="0"/>
                  </a:gradFill>
                  <a:latin typeface="Lovelo"/>
                  <a:ea typeface="Lovelo"/>
                  <a:cs typeface="Lovelo"/>
                  <a:sym typeface="Lovelo"/>
                </a:rPr>
                <a:t>MANI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22434">
              <a:off x="4083052" y="5026372"/>
              <a:ext cx="4038037" cy="876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78"/>
                </a:lnSpc>
                <a:spcBef>
                  <a:spcPct val="0"/>
                </a:spcBef>
              </a:pPr>
              <a:r>
                <a:rPr lang="en-US" sz="3913" spc="1119">
                  <a:gradFill>
                    <a:gsLst>
                      <a:gs pos="0">
                        <a:srgbClr val="A6A6A6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lin ang="0"/>
                  </a:gradFill>
                  <a:latin typeface="Lovelo"/>
                  <a:ea typeface="Lovelo"/>
                  <a:cs typeface="Lovelo"/>
                  <a:sym typeface="Lovelo"/>
                </a:rPr>
                <a:t>AARUSH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813638" y="-3144067"/>
            <a:ext cx="11000022" cy="15358522"/>
          </a:xfrm>
          <a:custGeom>
            <a:avLst/>
            <a:gdLst/>
            <a:ahLst/>
            <a:cxnLst/>
            <a:rect r="r" b="b" t="t" l="l"/>
            <a:pathLst>
              <a:path h="15358522" w="11000022">
                <a:moveTo>
                  <a:pt x="11000022" y="0"/>
                </a:moveTo>
                <a:lnTo>
                  <a:pt x="0" y="0"/>
                </a:lnTo>
                <a:lnTo>
                  <a:pt x="0" y="15358522"/>
                </a:lnTo>
                <a:lnTo>
                  <a:pt x="11000022" y="15358522"/>
                </a:lnTo>
                <a:lnTo>
                  <a:pt x="11000022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14214" y="2036373"/>
            <a:ext cx="4398870" cy="3294392"/>
          </a:xfrm>
          <a:custGeom>
            <a:avLst/>
            <a:gdLst/>
            <a:ahLst/>
            <a:cxnLst/>
            <a:rect r="r" b="b" t="t" l="l"/>
            <a:pathLst>
              <a:path h="3294392" w="4398870">
                <a:moveTo>
                  <a:pt x="0" y="0"/>
                </a:moveTo>
                <a:lnTo>
                  <a:pt x="4398870" y="0"/>
                </a:lnTo>
                <a:lnTo>
                  <a:pt x="4398870" y="3294392"/>
                </a:lnTo>
                <a:lnTo>
                  <a:pt x="0" y="3294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67998" y="5330765"/>
            <a:ext cx="5891302" cy="3927535"/>
          </a:xfrm>
          <a:custGeom>
            <a:avLst/>
            <a:gdLst/>
            <a:ahLst/>
            <a:cxnLst/>
            <a:rect r="r" b="b" t="t" l="l"/>
            <a:pathLst>
              <a:path h="3927535" w="5891302">
                <a:moveTo>
                  <a:pt x="0" y="0"/>
                </a:moveTo>
                <a:lnTo>
                  <a:pt x="5891302" y="0"/>
                </a:lnTo>
                <a:lnTo>
                  <a:pt x="5891302" y="3927535"/>
                </a:lnTo>
                <a:lnTo>
                  <a:pt x="0" y="39275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6990" y="2417595"/>
            <a:ext cx="9829252" cy="596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264" indent="-355132" lvl="1">
              <a:lnSpc>
                <a:spcPts val="5263"/>
              </a:lnSpc>
              <a:buFont typeface="Arial"/>
              <a:buChar char="•"/>
            </a:pPr>
            <a:r>
              <a:rPr lang="en-US" sz="3289" spc="6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Chemical engineering pilot plant is essential to learning and growth</a:t>
            </a:r>
          </a:p>
          <a:p>
            <a:pPr algn="l">
              <a:lnSpc>
                <a:spcPts val="5263"/>
              </a:lnSpc>
            </a:pPr>
          </a:p>
          <a:p>
            <a:pPr algn="l" marL="710264" indent="-355132" lvl="1">
              <a:lnSpc>
                <a:spcPts val="5263"/>
              </a:lnSpc>
              <a:buFont typeface="Arial"/>
              <a:buChar char="•"/>
            </a:pPr>
            <a:r>
              <a:rPr lang="en-US" sz="3289" spc="6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Pilot plant access is limited to a small group of upper-year student</a:t>
            </a:r>
          </a:p>
          <a:p>
            <a:pPr algn="l">
              <a:lnSpc>
                <a:spcPts val="5263"/>
              </a:lnSpc>
            </a:pPr>
          </a:p>
          <a:p>
            <a:pPr algn="l" marL="710264" indent="-355132" lvl="1">
              <a:lnSpc>
                <a:spcPts val="5263"/>
              </a:lnSpc>
              <a:buFont typeface="Arial"/>
              <a:buChar char="•"/>
            </a:pPr>
            <a:r>
              <a:rPr lang="en-US" sz="3289" spc="6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Students often miss out on exploring this unique environment</a:t>
            </a:r>
          </a:p>
          <a:p>
            <a:pPr algn="l">
              <a:lnSpc>
                <a:spcPts val="5263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16354" y="419417"/>
            <a:ext cx="11645928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spc="895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WHAT IS THE PROBLEM?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53927" y="4785064"/>
            <a:ext cx="5509388" cy="361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677682" y="-3160506"/>
            <a:ext cx="11000022" cy="15358522"/>
          </a:xfrm>
          <a:custGeom>
            <a:avLst/>
            <a:gdLst/>
            <a:ahLst/>
            <a:cxnLst/>
            <a:rect r="r" b="b" t="t" l="l"/>
            <a:pathLst>
              <a:path h="15358522" w="11000022">
                <a:moveTo>
                  <a:pt x="11000022" y="0"/>
                </a:moveTo>
                <a:lnTo>
                  <a:pt x="0" y="0"/>
                </a:lnTo>
                <a:lnTo>
                  <a:pt x="0" y="15358522"/>
                </a:lnTo>
                <a:lnTo>
                  <a:pt x="11000022" y="15358522"/>
                </a:lnTo>
                <a:lnTo>
                  <a:pt x="11000022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B3B3B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22402" y="1937382"/>
            <a:ext cx="4206653" cy="7507717"/>
            <a:chOff x="0" y="0"/>
            <a:chExt cx="1021873" cy="18237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1873" cy="1823762"/>
            </a:xfrm>
            <a:custGeom>
              <a:avLst/>
              <a:gdLst/>
              <a:ahLst/>
              <a:cxnLst/>
              <a:rect r="r" b="b" t="t" l="l"/>
              <a:pathLst>
                <a:path h="1823762" w="1021873">
                  <a:moveTo>
                    <a:pt x="101016" y="0"/>
                  </a:moveTo>
                  <a:lnTo>
                    <a:pt x="920857" y="0"/>
                  </a:lnTo>
                  <a:cubicBezTo>
                    <a:pt x="947648" y="0"/>
                    <a:pt x="973342" y="10643"/>
                    <a:pt x="992286" y="29587"/>
                  </a:cubicBezTo>
                  <a:cubicBezTo>
                    <a:pt x="1011230" y="48531"/>
                    <a:pt x="1021873" y="74225"/>
                    <a:pt x="1021873" y="101016"/>
                  </a:cubicBezTo>
                  <a:lnTo>
                    <a:pt x="1021873" y="1722746"/>
                  </a:lnTo>
                  <a:cubicBezTo>
                    <a:pt x="1021873" y="1749537"/>
                    <a:pt x="1011230" y="1775231"/>
                    <a:pt x="992286" y="1794175"/>
                  </a:cubicBezTo>
                  <a:cubicBezTo>
                    <a:pt x="973342" y="1813119"/>
                    <a:pt x="947648" y="1823762"/>
                    <a:pt x="920857" y="1823762"/>
                  </a:cubicBezTo>
                  <a:lnTo>
                    <a:pt x="101016" y="1823762"/>
                  </a:lnTo>
                  <a:cubicBezTo>
                    <a:pt x="74225" y="1823762"/>
                    <a:pt x="48531" y="1813119"/>
                    <a:pt x="29587" y="1794175"/>
                  </a:cubicBezTo>
                  <a:cubicBezTo>
                    <a:pt x="10643" y="1775231"/>
                    <a:pt x="0" y="1749537"/>
                    <a:pt x="0" y="1722746"/>
                  </a:cubicBezTo>
                  <a:lnTo>
                    <a:pt x="0" y="101016"/>
                  </a:lnTo>
                  <a:cubicBezTo>
                    <a:pt x="0" y="74225"/>
                    <a:pt x="10643" y="48531"/>
                    <a:pt x="29587" y="29587"/>
                  </a:cubicBezTo>
                  <a:cubicBezTo>
                    <a:pt x="48531" y="10643"/>
                    <a:pt x="74225" y="0"/>
                    <a:pt x="101016" y="0"/>
                  </a:cubicBezTo>
                  <a:close/>
                </a:path>
              </a:pathLst>
            </a:custGeom>
            <a:solidFill>
              <a:srgbClr val="B3B3B3">
                <a:alpha val="49804"/>
              </a:srgbClr>
            </a:solidFill>
            <a:ln w="28575" cap="rnd">
              <a:gradFill>
                <a:gsLst>
                  <a:gs pos="0">
                    <a:srgbClr val="A6A6A6">
                      <a:alpha val="5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021873" cy="1871387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7441" y="2238791"/>
            <a:ext cx="3864492" cy="2279963"/>
            <a:chOff x="0" y="0"/>
            <a:chExt cx="812800" cy="4795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479534"/>
            </a:xfrm>
            <a:custGeom>
              <a:avLst/>
              <a:gdLst/>
              <a:ahLst/>
              <a:cxnLst/>
              <a:rect r="r" b="b" t="t" l="l"/>
              <a:pathLst>
                <a:path h="479534" w="812800">
                  <a:moveTo>
                    <a:pt x="46077" y="0"/>
                  </a:moveTo>
                  <a:lnTo>
                    <a:pt x="766723" y="0"/>
                  </a:lnTo>
                  <a:cubicBezTo>
                    <a:pt x="792171" y="0"/>
                    <a:pt x="812800" y="20629"/>
                    <a:pt x="812800" y="46077"/>
                  </a:cubicBezTo>
                  <a:lnTo>
                    <a:pt x="812800" y="433457"/>
                  </a:lnTo>
                  <a:cubicBezTo>
                    <a:pt x="812800" y="445677"/>
                    <a:pt x="807945" y="457397"/>
                    <a:pt x="799304" y="466038"/>
                  </a:cubicBezTo>
                  <a:cubicBezTo>
                    <a:pt x="790663" y="474679"/>
                    <a:pt x="778943" y="479534"/>
                    <a:pt x="766723" y="479534"/>
                  </a:cubicBezTo>
                  <a:lnTo>
                    <a:pt x="46077" y="479534"/>
                  </a:lnTo>
                  <a:cubicBezTo>
                    <a:pt x="20629" y="479534"/>
                    <a:pt x="0" y="458904"/>
                    <a:pt x="0" y="433457"/>
                  </a:cubicBezTo>
                  <a:lnTo>
                    <a:pt x="0" y="46077"/>
                  </a:lnTo>
                  <a:cubicBezTo>
                    <a:pt x="0" y="20629"/>
                    <a:pt x="20629" y="0"/>
                    <a:pt x="46077" y="0"/>
                  </a:cubicBezTo>
                  <a:close/>
                </a:path>
              </a:pathLst>
            </a:custGeom>
            <a:blipFill>
              <a:blip r:embed="rId4"/>
              <a:stretch>
                <a:fillRect l="-2794" t="0" r="-279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040001" y="1937382"/>
            <a:ext cx="4206653" cy="7507717"/>
            <a:chOff x="0" y="0"/>
            <a:chExt cx="1021873" cy="18237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1873" cy="1823762"/>
            </a:xfrm>
            <a:custGeom>
              <a:avLst/>
              <a:gdLst/>
              <a:ahLst/>
              <a:cxnLst/>
              <a:rect r="r" b="b" t="t" l="l"/>
              <a:pathLst>
                <a:path h="1823762" w="1021873">
                  <a:moveTo>
                    <a:pt x="101016" y="0"/>
                  </a:moveTo>
                  <a:lnTo>
                    <a:pt x="920857" y="0"/>
                  </a:lnTo>
                  <a:cubicBezTo>
                    <a:pt x="947648" y="0"/>
                    <a:pt x="973342" y="10643"/>
                    <a:pt x="992286" y="29587"/>
                  </a:cubicBezTo>
                  <a:cubicBezTo>
                    <a:pt x="1011230" y="48531"/>
                    <a:pt x="1021873" y="74225"/>
                    <a:pt x="1021873" y="101016"/>
                  </a:cubicBezTo>
                  <a:lnTo>
                    <a:pt x="1021873" y="1722746"/>
                  </a:lnTo>
                  <a:cubicBezTo>
                    <a:pt x="1021873" y="1749537"/>
                    <a:pt x="1011230" y="1775231"/>
                    <a:pt x="992286" y="1794175"/>
                  </a:cubicBezTo>
                  <a:cubicBezTo>
                    <a:pt x="973342" y="1813119"/>
                    <a:pt x="947648" y="1823762"/>
                    <a:pt x="920857" y="1823762"/>
                  </a:cubicBezTo>
                  <a:lnTo>
                    <a:pt x="101016" y="1823762"/>
                  </a:lnTo>
                  <a:cubicBezTo>
                    <a:pt x="74225" y="1823762"/>
                    <a:pt x="48531" y="1813119"/>
                    <a:pt x="29587" y="1794175"/>
                  </a:cubicBezTo>
                  <a:cubicBezTo>
                    <a:pt x="10643" y="1775231"/>
                    <a:pt x="0" y="1749537"/>
                    <a:pt x="0" y="1722746"/>
                  </a:cubicBezTo>
                  <a:lnTo>
                    <a:pt x="0" y="101016"/>
                  </a:lnTo>
                  <a:cubicBezTo>
                    <a:pt x="0" y="74225"/>
                    <a:pt x="10643" y="48531"/>
                    <a:pt x="29587" y="29587"/>
                  </a:cubicBezTo>
                  <a:cubicBezTo>
                    <a:pt x="48531" y="10643"/>
                    <a:pt x="74225" y="0"/>
                    <a:pt x="101016" y="0"/>
                  </a:cubicBezTo>
                  <a:close/>
                </a:path>
              </a:pathLst>
            </a:custGeom>
            <a:solidFill>
              <a:srgbClr val="B3B3B3">
                <a:alpha val="49804"/>
              </a:srgbClr>
            </a:solidFill>
            <a:ln w="28575" cap="rnd">
              <a:gradFill>
                <a:gsLst>
                  <a:gs pos="0">
                    <a:srgbClr val="A6A6A6">
                      <a:alpha val="5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21873" cy="1871387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752009" y="1937382"/>
            <a:ext cx="4206653" cy="7507717"/>
            <a:chOff x="0" y="0"/>
            <a:chExt cx="1021873" cy="18237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21873" cy="1823762"/>
            </a:xfrm>
            <a:custGeom>
              <a:avLst/>
              <a:gdLst/>
              <a:ahLst/>
              <a:cxnLst/>
              <a:rect r="r" b="b" t="t" l="l"/>
              <a:pathLst>
                <a:path h="1823762" w="1021873">
                  <a:moveTo>
                    <a:pt x="101016" y="0"/>
                  </a:moveTo>
                  <a:lnTo>
                    <a:pt x="920857" y="0"/>
                  </a:lnTo>
                  <a:cubicBezTo>
                    <a:pt x="947648" y="0"/>
                    <a:pt x="973342" y="10643"/>
                    <a:pt x="992286" y="29587"/>
                  </a:cubicBezTo>
                  <a:cubicBezTo>
                    <a:pt x="1011230" y="48531"/>
                    <a:pt x="1021873" y="74225"/>
                    <a:pt x="1021873" y="101016"/>
                  </a:cubicBezTo>
                  <a:lnTo>
                    <a:pt x="1021873" y="1722746"/>
                  </a:lnTo>
                  <a:cubicBezTo>
                    <a:pt x="1021873" y="1749537"/>
                    <a:pt x="1011230" y="1775231"/>
                    <a:pt x="992286" y="1794175"/>
                  </a:cubicBezTo>
                  <a:cubicBezTo>
                    <a:pt x="973342" y="1813119"/>
                    <a:pt x="947648" y="1823762"/>
                    <a:pt x="920857" y="1823762"/>
                  </a:cubicBezTo>
                  <a:lnTo>
                    <a:pt x="101016" y="1823762"/>
                  </a:lnTo>
                  <a:cubicBezTo>
                    <a:pt x="74225" y="1823762"/>
                    <a:pt x="48531" y="1813119"/>
                    <a:pt x="29587" y="1794175"/>
                  </a:cubicBezTo>
                  <a:cubicBezTo>
                    <a:pt x="10643" y="1775231"/>
                    <a:pt x="0" y="1749537"/>
                    <a:pt x="0" y="1722746"/>
                  </a:cubicBezTo>
                  <a:lnTo>
                    <a:pt x="0" y="101016"/>
                  </a:lnTo>
                  <a:cubicBezTo>
                    <a:pt x="0" y="74225"/>
                    <a:pt x="10643" y="48531"/>
                    <a:pt x="29587" y="29587"/>
                  </a:cubicBezTo>
                  <a:cubicBezTo>
                    <a:pt x="48531" y="10643"/>
                    <a:pt x="74225" y="0"/>
                    <a:pt x="101016" y="0"/>
                  </a:cubicBezTo>
                  <a:close/>
                </a:path>
              </a:pathLst>
            </a:custGeom>
            <a:solidFill>
              <a:srgbClr val="B3B3B3">
                <a:alpha val="49804"/>
              </a:srgbClr>
            </a:solidFill>
            <a:ln w="28575" cap="rnd">
              <a:gradFill>
                <a:gsLst>
                  <a:gs pos="0">
                    <a:srgbClr val="A6A6A6">
                      <a:alpha val="5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021873" cy="1871387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32380" y="1937382"/>
            <a:ext cx="4206653" cy="7507717"/>
            <a:chOff x="0" y="0"/>
            <a:chExt cx="1021873" cy="18237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1873" cy="1823762"/>
            </a:xfrm>
            <a:custGeom>
              <a:avLst/>
              <a:gdLst/>
              <a:ahLst/>
              <a:cxnLst/>
              <a:rect r="r" b="b" t="t" l="l"/>
              <a:pathLst>
                <a:path h="1823762" w="1021873">
                  <a:moveTo>
                    <a:pt x="101016" y="0"/>
                  </a:moveTo>
                  <a:lnTo>
                    <a:pt x="920857" y="0"/>
                  </a:lnTo>
                  <a:cubicBezTo>
                    <a:pt x="947648" y="0"/>
                    <a:pt x="973342" y="10643"/>
                    <a:pt x="992286" y="29587"/>
                  </a:cubicBezTo>
                  <a:cubicBezTo>
                    <a:pt x="1011230" y="48531"/>
                    <a:pt x="1021873" y="74225"/>
                    <a:pt x="1021873" y="101016"/>
                  </a:cubicBezTo>
                  <a:lnTo>
                    <a:pt x="1021873" y="1722746"/>
                  </a:lnTo>
                  <a:cubicBezTo>
                    <a:pt x="1021873" y="1749537"/>
                    <a:pt x="1011230" y="1775231"/>
                    <a:pt x="992286" y="1794175"/>
                  </a:cubicBezTo>
                  <a:cubicBezTo>
                    <a:pt x="973342" y="1813119"/>
                    <a:pt x="947648" y="1823762"/>
                    <a:pt x="920857" y="1823762"/>
                  </a:cubicBezTo>
                  <a:lnTo>
                    <a:pt x="101016" y="1823762"/>
                  </a:lnTo>
                  <a:cubicBezTo>
                    <a:pt x="74225" y="1823762"/>
                    <a:pt x="48531" y="1813119"/>
                    <a:pt x="29587" y="1794175"/>
                  </a:cubicBezTo>
                  <a:cubicBezTo>
                    <a:pt x="10643" y="1775231"/>
                    <a:pt x="0" y="1749537"/>
                    <a:pt x="0" y="1722746"/>
                  </a:cubicBezTo>
                  <a:lnTo>
                    <a:pt x="0" y="101016"/>
                  </a:lnTo>
                  <a:cubicBezTo>
                    <a:pt x="0" y="74225"/>
                    <a:pt x="10643" y="48531"/>
                    <a:pt x="29587" y="29587"/>
                  </a:cubicBezTo>
                  <a:cubicBezTo>
                    <a:pt x="48531" y="10643"/>
                    <a:pt x="74225" y="0"/>
                    <a:pt x="101016" y="0"/>
                  </a:cubicBezTo>
                  <a:close/>
                </a:path>
              </a:pathLst>
            </a:custGeom>
            <a:solidFill>
              <a:srgbClr val="B3B3B3">
                <a:alpha val="49804"/>
              </a:srgbClr>
            </a:solidFill>
            <a:ln w="28575" cap="rnd">
              <a:gradFill>
                <a:gsLst>
                  <a:gs pos="0">
                    <a:srgbClr val="A6A6A6">
                      <a:alpha val="5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021873" cy="1871387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5066" y="4840127"/>
            <a:ext cx="3864492" cy="2279963"/>
            <a:chOff x="0" y="0"/>
            <a:chExt cx="812800" cy="4795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479534"/>
            </a:xfrm>
            <a:custGeom>
              <a:avLst/>
              <a:gdLst/>
              <a:ahLst/>
              <a:cxnLst/>
              <a:rect r="r" b="b" t="t" l="l"/>
              <a:pathLst>
                <a:path h="479534" w="812800">
                  <a:moveTo>
                    <a:pt x="46077" y="0"/>
                  </a:moveTo>
                  <a:lnTo>
                    <a:pt x="766723" y="0"/>
                  </a:lnTo>
                  <a:cubicBezTo>
                    <a:pt x="792171" y="0"/>
                    <a:pt x="812800" y="20629"/>
                    <a:pt x="812800" y="46077"/>
                  </a:cubicBezTo>
                  <a:lnTo>
                    <a:pt x="812800" y="433457"/>
                  </a:lnTo>
                  <a:cubicBezTo>
                    <a:pt x="812800" y="445677"/>
                    <a:pt x="807945" y="457397"/>
                    <a:pt x="799304" y="466038"/>
                  </a:cubicBezTo>
                  <a:cubicBezTo>
                    <a:pt x="790663" y="474679"/>
                    <a:pt x="778943" y="479534"/>
                    <a:pt x="766723" y="479534"/>
                  </a:cubicBezTo>
                  <a:lnTo>
                    <a:pt x="46077" y="479534"/>
                  </a:lnTo>
                  <a:cubicBezTo>
                    <a:pt x="20629" y="479534"/>
                    <a:pt x="0" y="458904"/>
                    <a:pt x="0" y="433457"/>
                  </a:cubicBezTo>
                  <a:lnTo>
                    <a:pt x="0" y="46077"/>
                  </a:lnTo>
                  <a:cubicBezTo>
                    <a:pt x="0" y="20629"/>
                    <a:pt x="20629" y="0"/>
                    <a:pt x="46077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014" r="0" b="-2014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889343" y="2238791"/>
            <a:ext cx="3864492" cy="2279963"/>
            <a:chOff x="0" y="0"/>
            <a:chExt cx="812800" cy="4795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479534"/>
            </a:xfrm>
            <a:custGeom>
              <a:avLst/>
              <a:gdLst/>
              <a:ahLst/>
              <a:cxnLst/>
              <a:rect r="r" b="b" t="t" l="l"/>
              <a:pathLst>
                <a:path h="479534" w="812800">
                  <a:moveTo>
                    <a:pt x="46077" y="0"/>
                  </a:moveTo>
                  <a:lnTo>
                    <a:pt x="766723" y="0"/>
                  </a:lnTo>
                  <a:cubicBezTo>
                    <a:pt x="792171" y="0"/>
                    <a:pt x="812800" y="20629"/>
                    <a:pt x="812800" y="46077"/>
                  </a:cubicBezTo>
                  <a:lnTo>
                    <a:pt x="812800" y="433457"/>
                  </a:lnTo>
                  <a:cubicBezTo>
                    <a:pt x="812800" y="445677"/>
                    <a:pt x="807945" y="457397"/>
                    <a:pt x="799304" y="466038"/>
                  </a:cubicBezTo>
                  <a:cubicBezTo>
                    <a:pt x="790663" y="474679"/>
                    <a:pt x="778943" y="479534"/>
                    <a:pt x="766723" y="479534"/>
                  </a:cubicBezTo>
                  <a:lnTo>
                    <a:pt x="46077" y="479534"/>
                  </a:lnTo>
                  <a:cubicBezTo>
                    <a:pt x="20629" y="479534"/>
                    <a:pt x="0" y="458904"/>
                    <a:pt x="0" y="433457"/>
                  </a:cubicBezTo>
                  <a:lnTo>
                    <a:pt x="0" y="46077"/>
                  </a:lnTo>
                  <a:cubicBezTo>
                    <a:pt x="0" y="20629"/>
                    <a:pt x="20629" y="0"/>
                    <a:pt x="46077" y="0"/>
                  </a:cubicBezTo>
                  <a:close/>
                </a:path>
              </a:pathLst>
            </a:custGeom>
            <a:blipFill>
              <a:blip r:embed="rId6"/>
              <a:stretch>
                <a:fillRect l="-1980" t="0" r="-198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889343" y="4840127"/>
            <a:ext cx="3864492" cy="2279963"/>
            <a:chOff x="0" y="0"/>
            <a:chExt cx="812800" cy="4795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479534"/>
            </a:xfrm>
            <a:custGeom>
              <a:avLst/>
              <a:gdLst/>
              <a:ahLst/>
              <a:cxnLst/>
              <a:rect r="r" b="b" t="t" l="l"/>
              <a:pathLst>
                <a:path h="479534" w="812800">
                  <a:moveTo>
                    <a:pt x="46077" y="0"/>
                  </a:moveTo>
                  <a:lnTo>
                    <a:pt x="766723" y="0"/>
                  </a:lnTo>
                  <a:cubicBezTo>
                    <a:pt x="792171" y="0"/>
                    <a:pt x="812800" y="20629"/>
                    <a:pt x="812800" y="46077"/>
                  </a:cubicBezTo>
                  <a:lnTo>
                    <a:pt x="812800" y="433457"/>
                  </a:lnTo>
                  <a:cubicBezTo>
                    <a:pt x="812800" y="445677"/>
                    <a:pt x="807945" y="457397"/>
                    <a:pt x="799304" y="466038"/>
                  </a:cubicBezTo>
                  <a:cubicBezTo>
                    <a:pt x="790663" y="474679"/>
                    <a:pt x="778943" y="479534"/>
                    <a:pt x="766723" y="479534"/>
                  </a:cubicBezTo>
                  <a:lnTo>
                    <a:pt x="46077" y="479534"/>
                  </a:lnTo>
                  <a:cubicBezTo>
                    <a:pt x="20629" y="479534"/>
                    <a:pt x="0" y="458904"/>
                    <a:pt x="0" y="433457"/>
                  </a:cubicBezTo>
                  <a:lnTo>
                    <a:pt x="0" y="46077"/>
                  </a:lnTo>
                  <a:cubicBezTo>
                    <a:pt x="0" y="20629"/>
                    <a:pt x="20629" y="0"/>
                    <a:pt x="46077" y="0"/>
                  </a:cubicBezTo>
                  <a:close/>
                </a:path>
              </a:pathLst>
            </a:custGeom>
            <a:blipFill>
              <a:blip r:embed="rId7"/>
              <a:stretch>
                <a:fillRect l="-969" t="0" r="-969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211082" y="2238791"/>
            <a:ext cx="3864492" cy="2279963"/>
            <a:chOff x="0" y="0"/>
            <a:chExt cx="812800" cy="4795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479534"/>
            </a:xfrm>
            <a:custGeom>
              <a:avLst/>
              <a:gdLst/>
              <a:ahLst/>
              <a:cxnLst/>
              <a:rect r="r" b="b" t="t" l="l"/>
              <a:pathLst>
                <a:path h="479534" w="812800">
                  <a:moveTo>
                    <a:pt x="46077" y="0"/>
                  </a:moveTo>
                  <a:lnTo>
                    <a:pt x="766723" y="0"/>
                  </a:lnTo>
                  <a:cubicBezTo>
                    <a:pt x="792171" y="0"/>
                    <a:pt x="812800" y="20629"/>
                    <a:pt x="812800" y="46077"/>
                  </a:cubicBezTo>
                  <a:lnTo>
                    <a:pt x="812800" y="433457"/>
                  </a:lnTo>
                  <a:cubicBezTo>
                    <a:pt x="812800" y="445677"/>
                    <a:pt x="807945" y="457397"/>
                    <a:pt x="799304" y="466038"/>
                  </a:cubicBezTo>
                  <a:cubicBezTo>
                    <a:pt x="790663" y="474679"/>
                    <a:pt x="778943" y="479534"/>
                    <a:pt x="766723" y="479534"/>
                  </a:cubicBezTo>
                  <a:lnTo>
                    <a:pt x="46077" y="479534"/>
                  </a:lnTo>
                  <a:cubicBezTo>
                    <a:pt x="20629" y="479534"/>
                    <a:pt x="0" y="458904"/>
                    <a:pt x="0" y="433457"/>
                  </a:cubicBezTo>
                  <a:lnTo>
                    <a:pt x="0" y="46077"/>
                  </a:lnTo>
                  <a:cubicBezTo>
                    <a:pt x="0" y="20629"/>
                    <a:pt x="20629" y="0"/>
                    <a:pt x="46077" y="0"/>
                  </a:cubicBezTo>
                  <a:close/>
                </a:path>
              </a:pathLst>
            </a:custGeom>
            <a:blipFill>
              <a:blip r:embed="rId8"/>
              <a:stretch>
                <a:fillRect l="-3031" t="0" r="-3031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211082" y="4840127"/>
            <a:ext cx="3864492" cy="2279963"/>
            <a:chOff x="0" y="0"/>
            <a:chExt cx="812800" cy="4795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479534"/>
            </a:xfrm>
            <a:custGeom>
              <a:avLst/>
              <a:gdLst/>
              <a:ahLst/>
              <a:cxnLst/>
              <a:rect r="r" b="b" t="t" l="l"/>
              <a:pathLst>
                <a:path h="479534" w="812800">
                  <a:moveTo>
                    <a:pt x="46077" y="0"/>
                  </a:moveTo>
                  <a:lnTo>
                    <a:pt x="766723" y="0"/>
                  </a:lnTo>
                  <a:cubicBezTo>
                    <a:pt x="792171" y="0"/>
                    <a:pt x="812800" y="20629"/>
                    <a:pt x="812800" y="46077"/>
                  </a:cubicBezTo>
                  <a:lnTo>
                    <a:pt x="812800" y="433457"/>
                  </a:lnTo>
                  <a:cubicBezTo>
                    <a:pt x="812800" y="445677"/>
                    <a:pt x="807945" y="457397"/>
                    <a:pt x="799304" y="466038"/>
                  </a:cubicBezTo>
                  <a:cubicBezTo>
                    <a:pt x="790663" y="474679"/>
                    <a:pt x="778943" y="479534"/>
                    <a:pt x="766723" y="479534"/>
                  </a:cubicBezTo>
                  <a:lnTo>
                    <a:pt x="46077" y="479534"/>
                  </a:lnTo>
                  <a:cubicBezTo>
                    <a:pt x="20629" y="479534"/>
                    <a:pt x="0" y="458904"/>
                    <a:pt x="0" y="433457"/>
                  </a:cubicBezTo>
                  <a:lnTo>
                    <a:pt x="0" y="46077"/>
                  </a:lnTo>
                  <a:cubicBezTo>
                    <a:pt x="0" y="20629"/>
                    <a:pt x="20629" y="0"/>
                    <a:pt x="46077" y="0"/>
                  </a:cubicBezTo>
                  <a:close/>
                </a:path>
              </a:pathLst>
            </a:custGeom>
            <a:blipFill>
              <a:blip r:embed="rId9"/>
              <a:stretch>
                <a:fillRect l="-5902" t="0" r="-1375" b="-3645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532774" y="2238791"/>
            <a:ext cx="3864492" cy="2279963"/>
            <a:chOff x="0" y="0"/>
            <a:chExt cx="812800" cy="4795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479534"/>
            </a:xfrm>
            <a:custGeom>
              <a:avLst/>
              <a:gdLst/>
              <a:ahLst/>
              <a:cxnLst/>
              <a:rect r="r" b="b" t="t" l="l"/>
              <a:pathLst>
                <a:path h="479534" w="812800">
                  <a:moveTo>
                    <a:pt x="46077" y="0"/>
                  </a:moveTo>
                  <a:lnTo>
                    <a:pt x="766723" y="0"/>
                  </a:lnTo>
                  <a:cubicBezTo>
                    <a:pt x="792171" y="0"/>
                    <a:pt x="812800" y="20629"/>
                    <a:pt x="812800" y="46077"/>
                  </a:cubicBezTo>
                  <a:lnTo>
                    <a:pt x="812800" y="433457"/>
                  </a:lnTo>
                  <a:cubicBezTo>
                    <a:pt x="812800" y="445677"/>
                    <a:pt x="807945" y="457397"/>
                    <a:pt x="799304" y="466038"/>
                  </a:cubicBezTo>
                  <a:cubicBezTo>
                    <a:pt x="790663" y="474679"/>
                    <a:pt x="778943" y="479534"/>
                    <a:pt x="766723" y="479534"/>
                  </a:cubicBezTo>
                  <a:lnTo>
                    <a:pt x="46077" y="479534"/>
                  </a:lnTo>
                  <a:cubicBezTo>
                    <a:pt x="20629" y="479534"/>
                    <a:pt x="0" y="458904"/>
                    <a:pt x="0" y="433457"/>
                  </a:cubicBezTo>
                  <a:lnTo>
                    <a:pt x="0" y="46077"/>
                  </a:lnTo>
                  <a:cubicBezTo>
                    <a:pt x="0" y="20629"/>
                    <a:pt x="20629" y="0"/>
                    <a:pt x="46077" y="0"/>
                  </a:cubicBezTo>
                  <a:close/>
                </a:path>
              </a:pathLst>
            </a:custGeom>
            <a:blipFill>
              <a:blip r:embed="rId10"/>
              <a:stretch>
                <a:fillRect l="-2210" t="0" r="-221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532774" y="4840127"/>
            <a:ext cx="3864492" cy="2279963"/>
            <a:chOff x="0" y="0"/>
            <a:chExt cx="812800" cy="4795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479534"/>
            </a:xfrm>
            <a:custGeom>
              <a:avLst/>
              <a:gdLst/>
              <a:ahLst/>
              <a:cxnLst/>
              <a:rect r="r" b="b" t="t" l="l"/>
              <a:pathLst>
                <a:path h="479534" w="812800">
                  <a:moveTo>
                    <a:pt x="46077" y="0"/>
                  </a:moveTo>
                  <a:lnTo>
                    <a:pt x="766723" y="0"/>
                  </a:lnTo>
                  <a:cubicBezTo>
                    <a:pt x="792171" y="0"/>
                    <a:pt x="812800" y="20629"/>
                    <a:pt x="812800" y="46077"/>
                  </a:cubicBezTo>
                  <a:lnTo>
                    <a:pt x="812800" y="433457"/>
                  </a:lnTo>
                  <a:cubicBezTo>
                    <a:pt x="812800" y="445677"/>
                    <a:pt x="807945" y="457397"/>
                    <a:pt x="799304" y="466038"/>
                  </a:cubicBezTo>
                  <a:cubicBezTo>
                    <a:pt x="790663" y="474679"/>
                    <a:pt x="778943" y="479534"/>
                    <a:pt x="766723" y="479534"/>
                  </a:cubicBezTo>
                  <a:lnTo>
                    <a:pt x="46077" y="479534"/>
                  </a:lnTo>
                  <a:cubicBezTo>
                    <a:pt x="20629" y="479534"/>
                    <a:pt x="0" y="458904"/>
                    <a:pt x="0" y="433457"/>
                  </a:cubicBezTo>
                  <a:lnTo>
                    <a:pt x="0" y="46077"/>
                  </a:lnTo>
                  <a:cubicBezTo>
                    <a:pt x="0" y="20629"/>
                    <a:pt x="20629" y="0"/>
                    <a:pt x="46077" y="0"/>
                  </a:cubicBezTo>
                  <a:close/>
                </a:path>
              </a:pathLst>
            </a:custGeom>
            <a:blipFill>
              <a:blip r:embed="rId11"/>
              <a:stretch>
                <a:fillRect l="-24218" t="-31526" r="-9281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-218101" y="605379"/>
            <a:ext cx="1872420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 spc="798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UOTTAWA RXN, A VIRTUAL EXPERIENCE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81536" y="7291541"/>
            <a:ext cx="1971552" cy="1651853"/>
            <a:chOff x="0" y="0"/>
            <a:chExt cx="2628736" cy="2202470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19050"/>
              <a:ext cx="2620173" cy="567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8"/>
                </a:lnSpc>
              </a:pPr>
              <a:r>
                <a:rPr lang="en-US" sz="2899" spc="5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Scenes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545861"/>
              <a:ext cx="2628736" cy="1656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59"/>
                </a:lnSpc>
              </a:pPr>
              <a:r>
                <a:rPr lang="en-US" sz="2899" spc="14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Main Menu</a:t>
              </a:r>
            </a:p>
            <a:p>
              <a:pPr algn="l">
                <a:lnSpc>
                  <a:spcPts val="2826"/>
                </a:lnSpc>
              </a:pPr>
            </a:p>
            <a:p>
              <a:pPr algn="l">
                <a:lnSpc>
                  <a:spcPts val="2826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256352" y="7294863"/>
            <a:ext cx="3773952" cy="1931162"/>
            <a:chOff x="0" y="0"/>
            <a:chExt cx="5031935" cy="2574883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19050"/>
              <a:ext cx="5015545" cy="567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8"/>
                </a:lnSpc>
              </a:pPr>
              <a:r>
                <a:rPr lang="en-US" sz="2899" spc="5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PPE Interface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564684"/>
              <a:ext cx="5031935" cy="20101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i="true" spc="139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Interactivity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 i="true" spc="139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Avatar </a:t>
              </a:r>
            </a:p>
            <a:p>
              <a:pPr algn="ctr">
                <a:lnSpc>
                  <a:spcPts val="391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730638" y="7291541"/>
            <a:ext cx="2181902" cy="1273937"/>
            <a:chOff x="0" y="0"/>
            <a:chExt cx="2909203" cy="1698583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0" y="19050"/>
              <a:ext cx="2899727" cy="1012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8"/>
                </a:lnSpc>
              </a:pPr>
              <a:r>
                <a:rPr lang="en-US" sz="2899" spc="5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Forms of </a:t>
              </a:r>
              <a:r>
                <a:rPr lang="en-US" sz="2899" spc="5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Navigation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1009184"/>
              <a:ext cx="2909203" cy="689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14269" y="7513938"/>
            <a:ext cx="3773952" cy="940562"/>
            <a:chOff x="0" y="0"/>
            <a:chExt cx="5031935" cy="1254083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0" y="19050"/>
              <a:ext cx="5015545" cy="567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38"/>
                </a:lnSpc>
              </a:pPr>
              <a:r>
                <a:rPr lang="en-US" sz="2899" spc="5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Information Panel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564684"/>
              <a:ext cx="5031935" cy="6893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 i="true" spc="139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Panels 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813638" y="-3144067"/>
            <a:ext cx="11000022" cy="15358522"/>
          </a:xfrm>
          <a:custGeom>
            <a:avLst/>
            <a:gdLst/>
            <a:ahLst/>
            <a:cxnLst/>
            <a:rect r="r" b="b" t="t" l="l"/>
            <a:pathLst>
              <a:path h="15358522" w="11000022">
                <a:moveTo>
                  <a:pt x="11000022" y="0"/>
                </a:moveTo>
                <a:lnTo>
                  <a:pt x="0" y="0"/>
                </a:lnTo>
                <a:lnTo>
                  <a:pt x="0" y="15358522"/>
                </a:lnTo>
                <a:lnTo>
                  <a:pt x="11000022" y="15358522"/>
                </a:lnTo>
                <a:lnTo>
                  <a:pt x="11000022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884346"/>
            <a:ext cx="16230594" cy="38509"/>
          </a:xfrm>
          <a:prstGeom prst="line">
            <a:avLst/>
          </a:prstGeom>
          <a:ln cap="flat" w="9525">
            <a:solidFill>
              <a:srgbClr val="B3B3B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74374" y="2046692"/>
            <a:ext cx="7157304" cy="7897069"/>
            <a:chOff x="0" y="0"/>
            <a:chExt cx="1738640" cy="19183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38640" cy="1918342"/>
            </a:xfrm>
            <a:custGeom>
              <a:avLst/>
              <a:gdLst/>
              <a:ahLst/>
              <a:cxnLst/>
              <a:rect r="r" b="b" t="t" l="l"/>
              <a:pathLst>
                <a:path h="1918342" w="1738640">
                  <a:moveTo>
                    <a:pt x="59371" y="0"/>
                  </a:moveTo>
                  <a:lnTo>
                    <a:pt x="1679269" y="0"/>
                  </a:lnTo>
                  <a:cubicBezTo>
                    <a:pt x="1695015" y="0"/>
                    <a:pt x="1710116" y="6255"/>
                    <a:pt x="1721251" y="17389"/>
                  </a:cubicBezTo>
                  <a:cubicBezTo>
                    <a:pt x="1732385" y="28524"/>
                    <a:pt x="1738640" y="43625"/>
                    <a:pt x="1738640" y="59371"/>
                  </a:cubicBezTo>
                  <a:lnTo>
                    <a:pt x="1738640" y="1858971"/>
                  </a:lnTo>
                  <a:cubicBezTo>
                    <a:pt x="1738640" y="1874717"/>
                    <a:pt x="1732385" y="1889819"/>
                    <a:pt x="1721251" y="1900953"/>
                  </a:cubicBezTo>
                  <a:cubicBezTo>
                    <a:pt x="1710116" y="1912087"/>
                    <a:pt x="1695015" y="1918342"/>
                    <a:pt x="1679269" y="1918342"/>
                  </a:cubicBezTo>
                  <a:lnTo>
                    <a:pt x="59371" y="1918342"/>
                  </a:lnTo>
                  <a:cubicBezTo>
                    <a:pt x="43625" y="1918342"/>
                    <a:pt x="28524" y="1912087"/>
                    <a:pt x="17389" y="1900953"/>
                  </a:cubicBezTo>
                  <a:cubicBezTo>
                    <a:pt x="6255" y="1889819"/>
                    <a:pt x="0" y="1874717"/>
                    <a:pt x="0" y="1858971"/>
                  </a:cubicBezTo>
                  <a:lnTo>
                    <a:pt x="0" y="59371"/>
                  </a:lnTo>
                  <a:cubicBezTo>
                    <a:pt x="0" y="43625"/>
                    <a:pt x="6255" y="28524"/>
                    <a:pt x="17389" y="17389"/>
                  </a:cubicBezTo>
                  <a:cubicBezTo>
                    <a:pt x="28524" y="6255"/>
                    <a:pt x="43625" y="0"/>
                    <a:pt x="59371" y="0"/>
                  </a:cubicBezTo>
                  <a:close/>
                </a:path>
              </a:pathLst>
            </a:custGeom>
            <a:solidFill>
              <a:srgbClr val="B3B3B3">
                <a:alpha val="49804"/>
              </a:srgbClr>
            </a:solidFill>
            <a:ln w="28575" cap="rnd">
              <a:gradFill>
                <a:gsLst>
                  <a:gs pos="0">
                    <a:srgbClr val="A6A6A6">
                      <a:alpha val="5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738640" cy="1965967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237874" y="3077715"/>
            <a:ext cx="5348406" cy="3202338"/>
            <a:chOff x="0" y="0"/>
            <a:chExt cx="1357503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57503" cy="812800"/>
            </a:xfrm>
            <a:custGeom>
              <a:avLst/>
              <a:gdLst/>
              <a:ahLst/>
              <a:cxnLst/>
              <a:rect r="r" b="b" t="t" l="l"/>
              <a:pathLst>
                <a:path h="812800" w="1357503">
                  <a:moveTo>
                    <a:pt x="33293" y="0"/>
                  </a:moveTo>
                  <a:lnTo>
                    <a:pt x="1324210" y="0"/>
                  </a:lnTo>
                  <a:cubicBezTo>
                    <a:pt x="1333040" y="0"/>
                    <a:pt x="1341508" y="3508"/>
                    <a:pt x="1347752" y="9751"/>
                  </a:cubicBezTo>
                  <a:cubicBezTo>
                    <a:pt x="1353996" y="15995"/>
                    <a:pt x="1357503" y="24463"/>
                    <a:pt x="1357503" y="33293"/>
                  </a:cubicBezTo>
                  <a:lnTo>
                    <a:pt x="1357503" y="779507"/>
                  </a:lnTo>
                  <a:cubicBezTo>
                    <a:pt x="1357503" y="797894"/>
                    <a:pt x="1342597" y="812800"/>
                    <a:pt x="1324210" y="812800"/>
                  </a:cubicBezTo>
                  <a:lnTo>
                    <a:pt x="33293" y="812800"/>
                  </a:lnTo>
                  <a:cubicBezTo>
                    <a:pt x="14906" y="812800"/>
                    <a:pt x="0" y="797894"/>
                    <a:pt x="0" y="779507"/>
                  </a:cubicBezTo>
                  <a:lnTo>
                    <a:pt x="0" y="33293"/>
                  </a:lnTo>
                  <a:cubicBezTo>
                    <a:pt x="0" y="14906"/>
                    <a:pt x="14906" y="0"/>
                    <a:pt x="33293" y="0"/>
                  </a:cubicBezTo>
                  <a:close/>
                </a:path>
              </a:pathLst>
            </a:custGeom>
            <a:blipFill>
              <a:blip r:embed="rId4"/>
              <a:stretch>
                <a:fillRect l="-314" t="0" r="-31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719230" y="2046692"/>
            <a:ext cx="7157304" cy="7897069"/>
            <a:chOff x="0" y="0"/>
            <a:chExt cx="1738640" cy="191834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8640" cy="1918342"/>
            </a:xfrm>
            <a:custGeom>
              <a:avLst/>
              <a:gdLst/>
              <a:ahLst/>
              <a:cxnLst/>
              <a:rect r="r" b="b" t="t" l="l"/>
              <a:pathLst>
                <a:path h="1918342" w="1738640">
                  <a:moveTo>
                    <a:pt x="59371" y="0"/>
                  </a:moveTo>
                  <a:lnTo>
                    <a:pt x="1679269" y="0"/>
                  </a:lnTo>
                  <a:cubicBezTo>
                    <a:pt x="1695015" y="0"/>
                    <a:pt x="1710116" y="6255"/>
                    <a:pt x="1721251" y="17389"/>
                  </a:cubicBezTo>
                  <a:cubicBezTo>
                    <a:pt x="1732385" y="28524"/>
                    <a:pt x="1738640" y="43625"/>
                    <a:pt x="1738640" y="59371"/>
                  </a:cubicBezTo>
                  <a:lnTo>
                    <a:pt x="1738640" y="1858971"/>
                  </a:lnTo>
                  <a:cubicBezTo>
                    <a:pt x="1738640" y="1874717"/>
                    <a:pt x="1732385" y="1889819"/>
                    <a:pt x="1721251" y="1900953"/>
                  </a:cubicBezTo>
                  <a:cubicBezTo>
                    <a:pt x="1710116" y="1912087"/>
                    <a:pt x="1695015" y="1918342"/>
                    <a:pt x="1679269" y="1918342"/>
                  </a:cubicBezTo>
                  <a:lnTo>
                    <a:pt x="59371" y="1918342"/>
                  </a:lnTo>
                  <a:cubicBezTo>
                    <a:pt x="43625" y="1918342"/>
                    <a:pt x="28524" y="1912087"/>
                    <a:pt x="17389" y="1900953"/>
                  </a:cubicBezTo>
                  <a:cubicBezTo>
                    <a:pt x="6255" y="1889819"/>
                    <a:pt x="0" y="1874717"/>
                    <a:pt x="0" y="1858971"/>
                  </a:cubicBezTo>
                  <a:lnTo>
                    <a:pt x="0" y="59371"/>
                  </a:lnTo>
                  <a:cubicBezTo>
                    <a:pt x="0" y="43625"/>
                    <a:pt x="6255" y="28524"/>
                    <a:pt x="17389" y="17389"/>
                  </a:cubicBezTo>
                  <a:cubicBezTo>
                    <a:pt x="28524" y="6255"/>
                    <a:pt x="43625" y="0"/>
                    <a:pt x="59371" y="0"/>
                  </a:cubicBezTo>
                  <a:close/>
                </a:path>
              </a:pathLst>
            </a:custGeom>
            <a:solidFill>
              <a:srgbClr val="B3B3B3">
                <a:alpha val="49804"/>
              </a:srgbClr>
            </a:solidFill>
            <a:ln w="28575" cap="rnd">
              <a:gradFill>
                <a:gsLst>
                  <a:gs pos="0">
                    <a:srgbClr val="A6A6A6">
                      <a:alpha val="5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738640" cy="1965967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62010" y="3077715"/>
            <a:ext cx="5348406" cy="3202338"/>
            <a:chOff x="0" y="0"/>
            <a:chExt cx="1357503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7503" cy="812800"/>
            </a:xfrm>
            <a:custGeom>
              <a:avLst/>
              <a:gdLst/>
              <a:ahLst/>
              <a:cxnLst/>
              <a:rect r="r" b="b" t="t" l="l"/>
              <a:pathLst>
                <a:path h="812800" w="1357503">
                  <a:moveTo>
                    <a:pt x="33293" y="0"/>
                  </a:moveTo>
                  <a:lnTo>
                    <a:pt x="1324210" y="0"/>
                  </a:lnTo>
                  <a:cubicBezTo>
                    <a:pt x="1333040" y="0"/>
                    <a:pt x="1341508" y="3508"/>
                    <a:pt x="1347752" y="9751"/>
                  </a:cubicBezTo>
                  <a:cubicBezTo>
                    <a:pt x="1353996" y="15995"/>
                    <a:pt x="1357503" y="24463"/>
                    <a:pt x="1357503" y="33293"/>
                  </a:cubicBezTo>
                  <a:lnTo>
                    <a:pt x="1357503" y="779507"/>
                  </a:lnTo>
                  <a:cubicBezTo>
                    <a:pt x="1357503" y="797894"/>
                    <a:pt x="1342597" y="812800"/>
                    <a:pt x="1324210" y="812800"/>
                  </a:cubicBezTo>
                  <a:lnTo>
                    <a:pt x="33293" y="812800"/>
                  </a:lnTo>
                  <a:cubicBezTo>
                    <a:pt x="14906" y="812800"/>
                    <a:pt x="0" y="797894"/>
                    <a:pt x="0" y="779507"/>
                  </a:cubicBezTo>
                  <a:lnTo>
                    <a:pt x="0" y="33293"/>
                  </a:lnTo>
                  <a:cubicBezTo>
                    <a:pt x="0" y="14906"/>
                    <a:pt x="14906" y="0"/>
                    <a:pt x="33293" y="0"/>
                  </a:cubicBezTo>
                  <a:close/>
                </a:path>
              </a:pathLst>
            </a:custGeom>
            <a:blipFill>
              <a:blip r:embed="rId5"/>
              <a:stretch>
                <a:fillRect l="-3340" t="0" r="-334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62010" y="6512104"/>
            <a:ext cx="5348406" cy="3202338"/>
            <a:chOff x="0" y="0"/>
            <a:chExt cx="7131208" cy="4269784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7131208" cy="4269784"/>
              <a:chOff x="0" y="0"/>
              <a:chExt cx="1357503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57503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357503">
                    <a:moveTo>
                      <a:pt x="29642" y="0"/>
                    </a:moveTo>
                    <a:lnTo>
                      <a:pt x="1327861" y="0"/>
                    </a:lnTo>
                    <a:cubicBezTo>
                      <a:pt x="1344232" y="0"/>
                      <a:pt x="1357503" y="13271"/>
                      <a:pt x="1357503" y="29642"/>
                    </a:cubicBezTo>
                    <a:lnTo>
                      <a:pt x="1357503" y="783158"/>
                    </a:lnTo>
                    <a:cubicBezTo>
                      <a:pt x="1357503" y="799529"/>
                      <a:pt x="1344232" y="812800"/>
                      <a:pt x="1327861" y="812800"/>
                    </a:cubicBezTo>
                    <a:lnTo>
                      <a:pt x="29642" y="812800"/>
                    </a:lnTo>
                    <a:cubicBezTo>
                      <a:pt x="13271" y="812800"/>
                      <a:pt x="0" y="799529"/>
                      <a:pt x="0" y="783158"/>
                    </a:cubicBezTo>
                    <a:lnTo>
                      <a:pt x="0" y="29642"/>
                    </a:lnTo>
                    <a:cubicBezTo>
                      <a:pt x="0" y="13271"/>
                      <a:pt x="13271" y="0"/>
                      <a:pt x="29642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1774" r="0" b="-1774"/>
                </a:stretch>
              </a:blip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77880"/>
              <a:ext cx="2118650" cy="580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14"/>
                </a:lnSpc>
              </a:pPr>
              <a:r>
                <a:rPr lang="en-US" sz="2581">
                  <a:solidFill>
                    <a:srgbClr val="FFFFFF"/>
                  </a:solidFill>
                  <a:latin typeface="Lovelo"/>
                  <a:ea typeface="Lovelo"/>
                  <a:cs typeface="Lovelo"/>
                  <a:sym typeface="Lovelo"/>
                </a:rPr>
                <a:t>After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37874" y="6512104"/>
            <a:ext cx="5348406" cy="3202338"/>
            <a:chOff x="0" y="0"/>
            <a:chExt cx="1357503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57503" cy="812800"/>
            </a:xfrm>
            <a:custGeom>
              <a:avLst/>
              <a:gdLst/>
              <a:ahLst/>
              <a:cxnLst/>
              <a:rect r="r" b="b" t="t" l="l"/>
              <a:pathLst>
                <a:path h="812800" w="1357503">
                  <a:moveTo>
                    <a:pt x="33293" y="0"/>
                  </a:moveTo>
                  <a:lnTo>
                    <a:pt x="1324210" y="0"/>
                  </a:lnTo>
                  <a:cubicBezTo>
                    <a:pt x="1333040" y="0"/>
                    <a:pt x="1341508" y="3508"/>
                    <a:pt x="1347752" y="9751"/>
                  </a:cubicBezTo>
                  <a:cubicBezTo>
                    <a:pt x="1353996" y="15995"/>
                    <a:pt x="1357503" y="24463"/>
                    <a:pt x="1357503" y="33293"/>
                  </a:cubicBezTo>
                  <a:lnTo>
                    <a:pt x="1357503" y="779507"/>
                  </a:lnTo>
                  <a:cubicBezTo>
                    <a:pt x="1357503" y="797894"/>
                    <a:pt x="1342597" y="812800"/>
                    <a:pt x="1324210" y="812800"/>
                  </a:cubicBezTo>
                  <a:lnTo>
                    <a:pt x="33293" y="812800"/>
                  </a:lnTo>
                  <a:cubicBezTo>
                    <a:pt x="14906" y="812800"/>
                    <a:pt x="0" y="797894"/>
                    <a:pt x="0" y="779507"/>
                  </a:cubicBezTo>
                  <a:lnTo>
                    <a:pt x="0" y="33293"/>
                  </a:lnTo>
                  <a:cubicBezTo>
                    <a:pt x="0" y="14906"/>
                    <a:pt x="14906" y="0"/>
                    <a:pt x="33293" y="0"/>
                  </a:cubicBezTo>
                  <a:close/>
                </a:path>
              </a:pathLst>
            </a:custGeom>
            <a:blipFill>
              <a:blip r:embed="rId7"/>
              <a:stretch>
                <a:fillRect l="-104" t="0" r="-104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294316" y="3069351"/>
            <a:ext cx="2154584" cy="44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4"/>
              </a:lnSpc>
            </a:pPr>
            <a:r>
              <a:rPr lang="en-US" sz="258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Before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85656" y="537194"/>
            <a:ext cx="6267149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Test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94369" y="2399599"/>
            <a:ext cx="3407027" cy="44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4"/>
              </a:lnSpc>
            </a:pPr>
            <a:r>
              <a:rPr lang="en-US" sz="258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Improvements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349513" y="2399599"/>
            <a:ext cx="3407027" cy="44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4"/>
              </a:lnSpc>
            </a:pPr>
            <a:r>
              <a:rPr lang="en-US" sz="258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accessible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955590" y="-2816192"/>
            <a:ext cx="11000022" cy="15358522"/>
          </a:xfrm>
          <a:custGeom>
            <a:avLst/>
            <a:gdLst/>
            <a:ahLst/>
            <a:cxnLst/>
            <a:rect r="r" b="b" t="t" l="l"/>
            <a:pathLst>
              <a:path h="15358522" w="11000022">
                <a:moveTo>
                  <a:pt x="11000022" y="0"/>
                </a:moveTo>
                <a:lnTo>
                  <a:pt x="0" y="0"/>
                </a:lnTo>
                <a:lnTo>
                  <a:pt x="0" y="15358522"/>
                </a:lnTo>
                <a:lnTo>
                  <a:pt x="11000022" y="15358522"/>
                </a:lnTo>
                <a:lnTo>
                  <a:pt x="11000022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028695" y="1470886"/>
            <a:ext cx="16230594" cy="38509"/>
          </a:xfrm>
          <a:prstGeom prst="line">
            <a:avLst/>
          </a:prstGeom>
          <a:ln cap="flat" w="9525">
            <a:solidFill>
              <a:srgbClr val="B3B3B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9332410" y="2004996"/>
            <a:ext cx="7089724" cy="3892205"/>
            <a:chOff x="0" y="0"/>
            <a:chExt cx="1680819" cy="9227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80819" cy="922757"/>
            </a:xfrm>
            <a:custGeom>
              <a:avLst/>
              <a:gdLst/>
              <a:ahLst/>
              <a:cxnLst/>
              <a:rect r="r" b="b" t="t" l="l"/>
              <a:pathLst>
                <a:path h="922757" w="1680819">
                  <a:moveTo>
                    <a:pt x="59937" y="0"/>
                  </a:moveTo>
                  <a:lnTo>
                    <a:pt x="1620881" y="0"/>
                  </a:lnTo>
                  <a:cubicBezTo>
                    <a:pt x="1636778" y="0"/>
                    <a:pt x="1652023" y="6315"/>
                    <a:pt x="1663264" y="17555"/>
                  </a:cubicBezTo>
                  <a:cubicBezTo>
                    <a:pt x="1674504" y="28796"/>
                    <a:pt x="1680819" y="44041"/>
                    <a:pt x="1680819" y="59937"/>
                  </a:cubicBezTo>
                  <a:lnTo>
                    <a:pt x="1680819" y="862819"/>
                  </a:lnTo>
                  <a:cubicBezTo>
                    <a:pt x="1680819" y="895922"/>
                    <a:pt x="1653984" y="922757"/>
                    <a:pt x="1620881" y="922757"/>
                  </a:cubicBezTo>
                  <a:lnTo>
                    <a:pt x="59937" y="922757"/>
                  </a:lnTo>
                  <a:cubicBezTo>
                    <a:pt x="26835" y="922757"/>
                    <a:pt x="0" y="895922"/>
                    <a:pt x="0" y="862819"/>
                  </a:cubicBezTo>
                  <a:lnTo>
                    <a:pt x="0" y="59937"/>
                  </a:lnTo>
                  <a:cubicBezTo>
                    <a:pt x="0" y="44041"/>
                    <a:pt x="6315" y="28796"/>
                    <a:pt x="17555" y="17555"/>
                  </a:cubicBezTo>
                  <a:cubicBezTo>
                    <a:pt x="28796" y="6315"/>
                    <a:pt x="44041" y="0"/>
                    <a:pt x="59937" y="0"/>
                  </a:cubicBezTo>
                  <a:close/>
                </a:path>
              </a:pathLst>
            </a:custGeom>
            <a:solidFill>
              <a:srgbClr val="B3B3B3">
                <a:alpha val="49804"/>
              </a:srgbClr>
            </a:solidFill>
            <a:ln w="28575" cap="rnd">
              <a:gradFill>
                <a:gsLst>
                  <a:gs pos="0">
                    <a:srgbClr val="A6A6A6">
                      <a:alpha val="5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680819" cy="970382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32410" y="6229029"/>
            <a:ext cx="7089724" cy="3892205"/>
            <a:chOff x="0" y="0"/>
            <a:chExt cx="1680819" cy="9227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0819" cy="922757"/>
            </a:xfrm>
            <a:custGeom>
              <a:avLst/>
              <a:gdLst/>
              <a:ahLst/>
              <a:cxnLst/>
              <a:rect r="r" b="b" t="t" l="l"/>
              <a:pathLst>
                <a:path h="922757" w="1680819">
                  <a:moveTo>
                    <a:pt x="59937" y="0"/>
                  </a:moveTo>
                  <a:lnTo>
                    <a:pt x="1620881" y="0"/>
                  </a:lnTo>
                  <a:cubicBezTo>
                    <a:pt x="1636778" y="0"/>
                    <a:pt x="1652023" y="6315"/>
                    <a:pt x="1663264" y="17555"/>
                  </a:cubicBezTo>
                  <a:cubicBezTo>
                    <a:pt x="1674504" y="28796"/>
                    <a:pt x="1680819" y="44041"/>
                    <a:pt x="1680819" y="59937"/>
                  </a:cubicBezTo>
                  <a:lnTo>
                    <a:pt x="1680819" y="862819"/>
                  </a:lnTo>
                  <a:cubicBezTo>
                    <a:pt x="1680819" y="895922"/>
                    <a:pt x="1653984" y="922757"/>
                    <a:pt x="1620881" y="922757"/>
                  </a:cubicBezTo>
                  <a:lnTo>
                    <a:pt x="59937" y="922757"/>
                  </a:lnTo>
                  <a:cubicBezTo>
                    <a:pt x="26835" y="922757"/>
                    <a:pt x="0" y="895922"/>
                    <a:pt x="0" y="862819"/>
                  </a:cubicBezTo>
                  <a:lnTo>
                    <a:pt x="0" y="59937"/>
                  </a:lnTo>
                  <a:cubicBezTo>
                    <a:pt x="0" y="44041"/>
                    <a:pt x="6315" y="28796"/>
                    <a:pt x="17555" y="17555"/>
                  </a:cubicBezTo>
                  <a:cubicBezTo>
                    <a:pt x="28796" y="6315"/>
                    <a:pt x="44041" y="0"/>
                    <a:pt x="59937" y="0"/>
                  </a:cubicBezTo>
                  <a:close/>
                </a:path>
              </a:pathLst>
            </a:custGeom>
            <a:solidFill>
              <a:srgbClr val="B3B3B3">
                <a:alpha val="49804"/>
              </a:srgbClr>
            </a:solidFill>
            <a:ln w="28575" cap="rnd">
              <a:gradFill>
                <a:gsLst>
                  <a:gs pos="0">
                    <a:srgbClr val="A6A6A6">
                      <a:alpha val="5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680819" cy="970382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865866" y="6229029"/>
            <a:ext cx="7089724" cy="3892205"/>
            <a:chOff x="0" y="0"/>
            <a:chExt cx="1680819" cy="9227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80819" cy="922757"/>
            </a:xfrm>
            <a:custGeom>
              <a:avLst/>
              <a:gdLst/>
              <a:ahLst/>
              <a:cxnLst/>
              <a:rect r="r" b="b" t="t" l="l"/>
              <a:pathLst>
                <a:path h="922757" w="1680819">
                  <a:moveTo>
                    <a:pt x="59937" y="0"/>
                  </a:moveTo>
                  <a:lnTo>
                    <a:pt x="1620881" y="0"/>
                  </a:lnTo>
                  <a:cubicBezTo>
                    <a:pt x="1636778" y="0"/>
                    <a:pt x="1652023" y="6315"/>
                    <a:pt x="1663264" y="17555"/>
                  </a:cubicBezTo>
                  <a:cubicBezTo>
                    <a:pt x="1674504" y="28796"/>
                    <a:pt x="1680819" y="44041"/>
                    <a:pt x="1680819" y="59937"/>
                  </a:cubicBezTo>
                  <a:lnTo>
                    <a:pt x="1680819" y="862819"/>
                  </a:lnTo>
                  <a:cubicBezTo>
                    <a:pt x="1680819" y="895922"/>
                    <a:pt x="1653984" y="922757"/>
                    <a:pt x="1620881" y="922757"/>
                  </a:cubicBezTo>
                  <a:lnTo>
                    <a:pt x="59937" y="922757"/>
                  </a:lnTo>
                  <a:cubicBezTo>
                    <a:pt x="26835" y="922757"/>
                    <a:pt x="0" y="895922"/>
                    <a:pt x="0" y="862819"/>
                  </a:cubicBezTo>
                  <a:lnTo>
                    <a:pt x="0" y="59937"/>
                  </a:lnTo>
                  <a:cubicBezTo>
                    <a:pt x="0" y="44041"/>
                    <a:pt x="6315" y="28796"/>
                    <a:pt x="17555" y="17555"/>
                  </a:cubicBezTo>
                  <a:cubicBezTo>
                    <a:pt x="28796" y="6315"/>
                    <a:pt x="44041" y="0"/>
                    <a:pt x="59937" y="0"/>
                  </a:cubicBezTo>
                  <a:close/>
                </a:path>
              </a:pathLst>
            </a:custGeom>
            <a:solidFill>
              <a:srgbClr val="B3B3B3">
                <a:alpha val="49804"/>
              </a:srgbClr>
            </a:solidFill>
            <a:ln w="28575" cap="rnd">
              <a:gradFill>
                <a:gsLst>
                  <a:gs pos="0">
                    <a:srgbClr val="A6A6A6">
                      <a:alpha val="5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680819" cy="970382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865866" y="2004996"/>
            <a:ext cx="7089724" cy="3892205"/>
            <a:chOff x="0" y="0"/>
            <a:chExt cx="1680819" cy="9227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80819" cy="922757"/>
            </a:xfrm>
            <a:custGeom>
              <a:avLst/>
              <a:gdLst/>
              <a:ahLst/>
              <a:cxnLst/>
              <a:rect r="r" b="b" t="t" l="l"/>
              <a:pathLst>
                <a:path h="922757" w="1680819">
                  <a:moveTo>
                    <a:pt x="59937" y="0"/>
                  </a:moveTo>
                  <a:lnTo>
                    <a:pt x="1620881" y="0"/>
                  </a:lnTo>
                  <a:cubicBezTo>
                    <a:pt x="1636778" y="0"/>
                    <a:pt x="1652023" y="6315"/>
                    <a:pt x="1663264" y="17555"/>
                  </a:cubicBezTo>
                  <a:cubicBezTo>
                    <a:pt x="1674504" y="28796"/>
                    <a:pt x="1680819" y="44041"/>
                    <a:pt x="1680819" y="59937"/>
                  </a:cubicBezTo>
                  <a:lnTo>
                    <a:pt x="1680819" y="862819"/>
                  </a:lnTo>
                  <a:cubicBezTo>
                    <a:pt x="1680819" y="895922"/>
                    <a:pt x="1653984" y="922757"/>
                    <a:pt x="1620881" y="922757"/>
                  </a:cubicBezTo>
                  <a:lnTo>
                    <a:pt x="59937" y="922757"/>
                  </a:lnTo>
                  <a:cubicBezTo>
                    <a:pt x="26835" y="922757"/>
                    <a:pt x="0" y="895922"/>
                    <a:pt x="0" y="862819"/>
                  </a:cubicBezTo>
                  <a:lnTo>
                    <a:pt x="0" y="59937"/>
                  </a:lnTo>
                  <a:cubicBezTo>
                    <a:pt x="0" y="44041"/>
                    <a:pt x="6315" y="28796"/>
                    <a:pt x="17555" y="17555"/>
                  </a:cubicBezTo>
                  <a:cubicBezTo>
                    <a:pt x="28796" y="6315"/>
                    <a:pt x="44041" y="0"/>
                    <a:pt x="59937" y="0"/>
                  </a:cubicBezTo>
                  <a:close/>
                </a:path>
              </a:pathLst>
            </a:custGeom>
            <a:solidFill>
              <a:srgbClr val="B3B3B3">
                <a:alpha val="49804"/>
              </a:srgbClr>
            </a:solidFill>
            <a:ln w="28575" cap="rnd">
              <a:gradFill>
                <a:gsLst>
                  <a:gs pos="0">
                    <a:srgbClr val="A6A6A6">
                      <a:alpha val="50000"/>
                    </a:srgbClr>
                  </a:gs>
                  <a:gs pos="100000">
                    <a:srgbClr val="FFFFFF">
                      <a:alpha val="5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680819" cy="970382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78931" y="2210655"/>
            <a:ext cx="6332456" cy="2932845"/>
            <a:chOff x="0" y="0"/>
            <a:chExt cx="981063" cy="4543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1063" cy="454374"/>
            </a:xfrm>
            <a:custGeom>
              <a:avLst/>
              <a:gdLst/>
              <a:ahLst/>
              <a:cxnLst/>
              <a:rect r="r" b="b" t="t" l="l"/>
              <a:pathLst>
                <a:path h="454374" w="981063">
                  <a:moveTo>
                    <a:pt x="28119" y="0"/>
                  </a:moveTo>
                  <a:lnTo>
                    <a:pt x="952944" y="0"/>
                  </a:lnTo>
                  <a:cubicBezTo>
                    <a:pt x="968474" y="0"/>
                    <a:pt x="981063" y="12589"/>
                    <a:pt x="981063" y="28119"/>
                  </a:cubicBezTo>
                  <a:lnTo>
                    <a:pt x="981063" y="426255"/>
                  </a:lnTo>
                  <a:cubicBezTo>
                    <a:pt x="981063" y="433713"/>
                    <a:pt x="978101" y="440865"/>
                    <a:pt x="972827" y="446138"/>
                  </a:cubicBezTo>
                  <a:cubicBezTo>
                    <a:pt x="967554" y="451412"/>
                    <a:pt x="960402" y="454374"/>
                    <a:pt x="952944" y="454374"/>
                  </a:cubicBezTo>
                  <a:lnTo>
                    <a:pt x="28119" y="454374"/>
                  </a:lnTo>
                  <a:cubicBezTo>
                    <a:pt x="12589" y="454374"/>
                    <a:pt x="0" y="441785"/>
                    <a:pt x="0" y="426255"/>
                  </a:cubicBezTo>
                  <a:lnTo>
                    <a:pt x="0" y="28119"/>
                  </a:lnTo>
                  <a:cubicBezTo>
                    <a:pt x="0" y="20662"/>
                    <a:pt x="2963" y="13509"/>
                    <a:pt x="8236" y="8236"/>
                  </a:cubicBezTo>
                  <a:cubicBezTo>
                    <a:pt x="13509" y="2963"/>
                    <a:pt x="20662" y="0"/>
                    <a:pt x="28119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0726" r="0" b="-1072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11044" y="2210655"/>
            <a:ext cx="6332456" cy="2932845"/>
            <a:chOff x="0" y="0"/>
            <a:chExt cx="981063" cy="4543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1063" cy="454374"/>
            </a:xfrm>
            <a:custGeom>
              <a:avLst/>
              <a:gdLst/>
              <a:ahLst/>
              <a:cxnLst/>
              <a:rect r="r" b="b" t="t" l="l"/>
              <a:pathLst>
                <a:path h="454374" w="981063">
                  <a:moveTo>
                    <a:pt x="28119" y="0"/>
                  </a:moveTo>
                  <a:lnTo>
                    <a:pt x="952944" y="0"/>
                  </a:lnTo>
                  <a:cubicBezTo>
                    <a:pt x="968474" y="0"/>
                    <a:pt x="981063" y="12589"/>
                    <a:pt x="981063" y="28119"/>
                  </a:cubicBezTo>
                  <a:lnTo>
                    <a:pt x="981063" y="426255"/>
                  </a:lnTo>
                  <a:cubicBezTo>
                    <a:pt x="981063" y="433713"/>
                    <a:pt x="978101" y="440865"/>
                    <a:pt x="972827" y="446138"/>
                  </a:cubicBezTo>
                  <a:cubicBezTo>
                    <a:pt x="967554" y="451412"/>
                    <a:pt x="960402" y="454374"/>
                    <a:pt x="952944" y="454374"/>
                  </a:cubicBezTo>
                  <a:lnTo>
                    <a:pt x="28119" y="454374"/>
                  </a:lnTo>
                  <a:cubicBezTo>
                    <a:pt x="12589" y="454374"/>
                    <a:pt x="0" y="441785"/>
                    <a:pt x="0" y="426255"/>
                  </a:cubicBezTo>
                  <a:lnTo>
                    <a:pt x="0" y="28119"/>
                  </a:lnTo>
                  <a:cubicBezTo>
                    <a:pt x="0" y="20662"/>
                    <a:pt x="2963" y="13509"/>
                    <a:pt x="8236" y="8236"/>
                  </a:cubicBezTo>
                  <a:cubicBezTo>
                    <a:pt x="13509" y="2963"/>
                    <a:pt x="20662" y="0"/>
                    <a:pt x="2811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0726" r="0" b="-10726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278931" y="6325455"/>
            <a:ext cx="6332456" cy="2932845"/>
            <a:chOff x="0" y="0"/>
            <a:chExt cx="981063" cy="4543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1063" cy="454374"/>
            </a:xfrm>
            <a:custGeom>
              <a:avLst/>
              <a:gdLst/>
              <a:ahLst/>
              <a:cxnLst/>
              <a:rect r="r" b="b" t="t" l="l"/>
              <a:pathLst>
                <a:path h="454374" w="981063">
                  <a:moveTo>
                    <a:pt x="28119" y="0"/>
                  </a:moveTo>
                  <a:lnTo>
                    <a:pt x="952944" y="0"/>
                  </a:lnTo>
                  <a:cubicBezTo>
                    <a:pt x="968474" y="0"/>
                    <a:pt x="981063" y="12589"/>
                    <a:pt x="981063" y="28119"/>
                  </a:cubicBezTo>
                  <a:lnTo>
                    <a:pt x="981063" y="426255"/>
                  </a:lnTo>
                  <a:cubicBezTo>
                    <a:pt x="981063" y="433713"/>
                    <a:pt x="978101" y="440865"/>
                    <a:pt x="972827" y="446138"/>
                  </a:cubicBezTo>
                  <a:cubicBezTo>
                    <a:pt x="967554" y="451412"/>
                    <a:pt x="960402" y="454374"/>
                    <a:pt x="952944" y="454374"/>
                  </a:cubicBezTo>
                  <a:lnTo>
                    <a:pt x="28119" y="454374"/>
                  </a:lnTo>
                  <a:cubicBezTo>
                    <a:pt x="12589" y="454374"/>
                    <a:pt x="0" y="441785"/>
                    <a:pt x="0" y="426255"/>
                  </a:cubicBezTo>
                  <a:lnTo>
                    <a:pt x="0" y="28119"/>
                  </a:lnTo>
                  <a:cubicBezTo>
                    <a:pt x="0" y="20662"/>
                    <a:pt x="2963" y="13509"/>
                    <a:pt x="8236" y="8236"/>
                  </a:cubicBezTo>
                  <a:cubicBezTo>
                    <a:pt x="13509" y="2963"/>
                    <a:pt x="20662" y="0"/>
                    <a:pt x="28119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0726" r="0" b="-1072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11044" y="6325455"/>
            <a:ext cx="6332456" cy="2932845"/>
            <a:chOff x="0" y="0"/>
            <a:chExt cx="981063" cy="45437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1063" cy="454374"/>
            </a:xfrm>
            <a:custGeom>
              <a:avLst/>
              <a:gdLst/>
              <a:ahLst/>
              <a:cxnLst/>
              <a:rect r="r" b="b" t="t" l="l"/>
              <a:pathLst>
                <a:path h="454374" w="981063">
                  <a:moveTo>
                    <a:pt x="28119" y="0"/>
                  </a:moveTo>
                  <a:lnTo>
                    <a:pt x="952944" y="0"/>
                  </a:lnTo>
                  <a:cubicBezTo>
                    <a:pt x="968474" y="0"/>
                    <a:pt x="981063" y="12589"/>
                    <a:pt x="981063" y="28119"/>
                  </a:cubicBezTo>
                  <a:lnTo>
                    <a:pt x="981063" y="426255"/>
                  </a:lnTo>
                  <a:cubicBezTo>
                    <a:pt x="981063" y="433713"/>
                    <a:pt x="978101" y="440865"/>
                    <a:pt x="972827" y="446138"/>
                  </a:cubicBezTo>
                  <a:cubicBezTo>
                    <a:pt x="967554" y="451412"/>
                    <a:pt x="960402" y="454374"/>
                    <a:pt x="952944" y="454374"/>
                  </a:cubicBezTo>
                  <a:lnTo>
                    <a:pt x="28119" y="454374"/>
                  </a:lnTo>
                  <a:cubicBezTo>
                    <a:pt x="12589" y="454374"/>
                    <a:pt x="0" y="441785"/>
                    <a:pt x="0" y="426255"/>
                  </a:cubicBezTo>
                  <a:lnTo>
                    <a:pt x="0" y="28119"/>
                  </a:lnTo>
                  <a:cubicBezTo>
                    <a:pt x="0" y="20662"/>
                    <a:pt x="2963" y="13509"/>
                    <a:pt x="8236" y="8236"/>
                  </a:cubicBezTo>
                  <a:cubicBezTo>
                    <a:pt x="13509" y="2963"/>
                    <a:pt x="20662" y="0"/>
                    <a:pt x="28119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0726" r="0" b="-10726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010426" y="400367"/>
            <a:ext cx="6267149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DEMO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41646" y="5248014"/>
            <a:ext cx="3407027" cy="44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4"/>
              </a:lnSpc>
            </a:pPr>
            <a:r>
              <a:rPr lang="en-US" sz="258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Free Roam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173759" y="5248014"/>
            <a:ext cx="3407027" cy="44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4"/>
              </a:lnSpc>
            </a:pPr>
            <a:r>
              <a:rPr lang="en-US" sz="258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Guided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41646" y="9629775"/>
            <a:ext cx="3407027" cy="44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4"/>
              </a:lnSpc>
            </a:pPr>
            <a:r>
              <a:rPr lang="en-US" sz="258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Quizzes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73759" y="9629775"/>
            <a:ext cx="3407027" cy="44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4"/>
              </a:lnSpc>
            </a:pPr>
            <a:r>
              <a:rPr lang="en-US" sz="2581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PPE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5170" y="7559232"/>
            <a:ext cx="8657661" cy="949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73"/>
              </a:lnSpc>
            </a:pPr>
            <a:r>
              <a:rPr lang="en-US" sz="4980" i="true" spc="249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End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80543" y="7099240"/>
            <a:ext cx="992691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48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Thank You For Listening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77914" y="2099969"/>
            <a:ext cx="15332173" cy="4865921"/>
            <a:chOff x="0" y="0"/>
            <a:chExt cx="20442897" cy="648789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00752"/>
              <a:ext cx="20442897" cy="68886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435"/>
                </a:lnSpc>
                <a:spcBef>
                  <a:spcPct val="0"/>
                </a:spcBef>
              </a:pPr>
              <a:r>
                <a:rPr lang="en-US" sz="31025" spc="-527">
                  <a:solidFill>
                    <a:srgbClr val="B4B4B4"/>
                  </a:solidFill>
                  <a:latin typeface="Lovelo"/>
                  <a:ea typeface="Lovelo"/>
                  <a:cs typeface="Lovelo"/>
                  <a:sym typeface="Lovelo"/>
                </a:rPr>
                <a:t>SAMBA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22434">
              <a:off x="11501505" y="5025927"/>
              <a:ext cx="4174628" cy="876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78"/>
                </a:lnSpc>
                <a:spcBef>
                  <a:spcPct val="0"/>
                </a:spcBef>
              </a:pPr>
              <a:r>
                <a:rPr lang="en-US" sz="3913" spc="226">
                  <a:gradFill>
                    <a:gsLst>
                      <a:gs pos="0">
                        <a:srgbClr val="A6A6A6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lin ang="0"/>
                  </a:gradFill>
                  <a:latin typeface="Lovelo"/>
                  <a:ea typeface="Lovelo"/>
                  <a:cs typeface="Lovelo"/>
                  <a:sym typeface="Lovelo"/>
                </a:rPr>
                <a:t>BURAQ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601272" y="-85725"/>
              <a:ext cx="3424916" cy="1495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78"/>
                </a:lnSpc>
                <a:spcBef>
                  <a:spcPct val="0"/>
                </a:spcBef>
              </a:pPr>
              <a:r>
                <a:rPr lang="en-US" sz="3913" spc="1119">
                  <a:gradFill>
                    <a:gsLst>
                      <a:gs pos="0">
                        <a:srgbClr val="A6A6A6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lin ang="0"/>
                  </a:gradFill>
                  <a:latin typeface="Lovelo"/>
                  <a:ea typeface="Lovelo"/>
                  <a:cs typeface="Lovelo"/>
                  <a:sym typeface="Lovelo"/>
                </a:rPr>
                <a:t>SAAMIR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4080000">
              <a:off x="15835986" y="2085734"/>
              <a:ext cx="4729409" cy="876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78"/>
                </a:lnSpc>
                <a:spcBef>
                  <a:spcPct val="0"/>
                </a:spcBef>
              </a:pPr>
              <a:r>
                <a:rPr lang="en-US" sz="3913" spc="1017">
                  <a:solidFill>
                    <a:srgbClr val="B4B4B4"/>
                  </a:solidFill>
                  <a:latin typeface="Lovelo"/>
                  <a:ea typeface="Lovelo"/>
                  <a:cs typeface="Lovelo"/>
                  <a:sym typeface="Lovelo"/>
                </a:rPr>
                <a:t>ABOLAJI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22434">
              <a:off x="7892723" y="519842"/>
              <a:ext cx="4092792" cy="876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78"/>
                </a:lnSpc>
                <a:spcBef>
                  <a:spcPct val="0"/>
                </a:spcBef>
              </a:pPr>
              <a:r>
                <a:rPr lang="en-US" sz="3913" spc="994">
                  <a:gradFill>
                    <a:gsLst>
                      <a:gs pos="0">
                        <a:srgbClr val="A6A6A6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lin ang="0"/>
                  </a:gradFill>
                  <a:latin typeface="Lovelo"/>
                  <a:ea typeface="Lovelo"/>
                  <a:cs typeface="Lovelo"/>
                  <a:sym typeface="Lovelo"/>
                </a:rPr>
                <a:t>MANI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22434">
              <a:off x="4083052" y="5026372"/>
              <a:ext cx="4038037" cy="876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78"/>
                </a:lnSpc>
                <a:spcBef>
                  <a:spcPct val="0"/>
                </a:spcBef>
              </a:pPr>
              <a:r>
                <a:rPr lang="en-US" sz="3913" spc="1119">
                  <a:gradFill>
                    <a:gsLst>
                      <a:gs pos="0">
                        <a:srgbClr val="A6A6A6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lin ang="0"/>
                  </a:gradFill>
                  <a:latin typeface="Lovelo"/>
                  <a:ea typeface="Lovelo"/>
                  <a:cs typeface="Lovelo"/>
                  <a:sym typeface="Lovelo"/>
                </a:rPr>
                <a:t>AARUSH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8888">
                <a:alpha val="100000"/>
              </a:srgbClr>
            </a:gs>
            <a:gs pos="100000">
              <a:srgbClr val="383838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141" y="1507922"/>
            <a:ext cx="12116415" cy="7897069"/>
            <a:chOff x="0" y="0"/>
            <a:chExt cx="2943299" cy="19183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3299" cy="1918342"/>
            </a:xfrm>
            <a:custGeom>
              <a:avLst/>
              <a:gdLst/>
              <a:ahLst/>
              <a:cxnLst/>
              <a:rect r="r" b="b" t="t" l="l"/>
              <a:pathLst>
                <a:path h="1918342" w="2943299">
                  <a:moveTo>
                    <a:pt x="35071" y="0"/>
                  </a:moveTo>
                  <a:lnTo>
                    <a:pt x="2908227" y="0"/>
                  </a:lnTo>
                  <a:cubicBezTo>
                    <a:pt x="2917529" y="0"/>
                    <a:pt x="2926449" y="3695"/>
                    <a:pt x="2933026" y="10272"/>
                  </a:cubicBezTo>
                  <a:cubicBezTo>
                    <a:pt x="2939604" y="16849"/>
                    <a:pt x="2943299" y="25770"/>
                    <a:pt x="2943299" y="35071"/>
                  </a:cubicBezTo>
                  <a:lnTo>
                    <a:pt x="2943299" y="1883271"/>
                  </a:lnTo>
                  <a:cubicBezTo>
                    <a:pt x="2943299" y="1892572"/>
                    <a:pt x="2939604" y="1901493"/>
                    <a:pt x="2933026" y="1908070"/>
                  </a:cubicBezTo>
                  <a:cubicBezTo>
                    <a:pt x="2926449" y="1914647"/>
                    <a:pt x="2917529" y="1918342"/>
                    <a:pt x="2908227" y="1918342"/>
                  </a:cubicBezTo>
                  <a:lnTo>
                    <a:pt x="35071" y="1918342"/>
                  </a:lnTo>
                  <a:cubicBezTo>
                    <a:pt x="25770" y="1918342"/>
                    <a:pt x="16849" y="1914647"/>
                    <a:pt x="10272" y="1908070"/>
                  </a:cubicBezTo>
                  <a:cubicBezTo>
                    <a:pt x="3695" y="1901493"/>
                    <a:pt x="0" y="1892572"/>
                    <a:pt x="0" y="1883271"/>
                  </a:cubicBezTo>
                  <a:lnTo>
                    <a:pt x="0" y="35071"/>
                  </a:lnTo>
                  <a:cubicBezTo>
                    <a:pt x="0" y="25770"/>
                    <a:pt x="3695" y="16849"/>
                    <a:pt x="10272" y="10272"/>
                  </a:cubicBezTo>
                  <a:cubicBezTo>
                    <a:pt x="16849" y="3695"/>
                    <a:pt x="25770" y="0"/>
                    <a:pt x="350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6A6A6">
                    <a:alpha val="29000"/>
                  </a:srgbClr>
                </a:gs>
                <a:gs pos="100000">
                  <a:srgbClr val="FFFFFF">
                    <a:alpha val="29000"/>
                  </a:srgbClr>
                </a:gs>
              </a:gsLst>
              <a:lin ang="0"/>
            </a:gradFill>
            <a:ln w="28575" cap="rnd">
              <a:gradFill>
                <a:gsLst>
                  <a:gs pos="0">
                    <a:srgbClr val="A6A6A6">
                      <a:alpha val="29000"/>
                    </a:srgbClr>
                  </a:gs>
                  <a:gs pos="100000">
                    <a:srgbClr val="FFFFFF">
                      <a:alpha val="29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943299" cy="1965967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8969111" y="-3082590"/>
            <a:ext cx="11000022" cy="15358522"/>
          </a:xfrm>
          <a:custGeom>
            <a:avLst/>
            <a:gdLst/>
            <a:ahLst/>
            <a:cxnLst/>
            <a:rect r="r" b="b" t="t" l="l"/>
            <a:pathLst>
              <a:path h="15358522" w="11000022">
                <a:moveTo>
                  <a:pt x="11000022" y="0"/>
                </a:moveTo>
                <a:lnTo>
                  <a:pt x="0" y="0"/>
                </a:lnTo>
                <a:lnTo>
                  <a:pt x="0" y="15358521"/>
                </a:lnTo>
                <a:lnTo>
                  <a:pt x="11000022" y="15358521"/>
                </a:lnTo>
                <a:lnTo>
                  <a:pt x="11000022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30336" y="5666529"/>
            <a:ext cx="5486079" cy="3099635"/>
            <a:chOff x="0" y="0"/>
            <a:chExt cx="849937" cy="4802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9937" cy="480215"/>
            </a:xfrm>
            <a:custGeom>
              <a:avLst/>
              <a:gdLst/>
              <a:ahLst/>
              <a:cxnLst/>
              <a:rect r="r" b="b" t="t" l="l"/>
              <a:pathLst>
                <a:path h="480215" w="849937">
                  <a:moveTo>
                    <a:pt x="32457" y="0"/>
                  </a:moveTo>
                  <a:lnTo>
                    <a:pt x="817480" y="0"/>
                  </a:lnTo>
                  <a:cubicBezTo>
                    <a:pt x="826088" y="0"/>
                    <a:pt x="834344" y="3420"/>
                    <a:pt x="840431" y="9507"/>
                  </a:cubicBezTo>
                  <a:cubicBezTo>
                    <a:pt x="846518" y="15594"/>
                    <a:pt x="849937" y="23849"/>
                    <a:pt x="849937" y="32457"/>
                  </a:cubicBezTo>
                  <a:lnTo>
                    <a:pt x="849937" y="447757"/>
                  </a:lnTo>
                  <a:cubicBezTo>
                    <a:pt x="849937" y="465683"/>
                    <a:pt x="835406" y="480215"/>
                    <a:pt x="817480" y="480215"/>
                  </a:cubicBezTo>
                  <a:lnTo>
                    <a:pt x="32457" y="480215"/>
                  </a:lnTo>
                  <a:cubicBezTo>
                    <a:pt x="14532" y="480215"/>
                    <a:pt x="0" y="465683"/>
                    <a:pt x="0" y="447757"/>
                  </a:cubicBezTo>
                  <a:lnTo>
                    <a:pt x="0" y="32457"/>
                  </a:lnTo>
                  <a:cubicBezTo>
                    <a:pt x="0" y="14532"/>
                    <a:pt x="14532" y="0"/>
                    <a:pt x="3245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926440" y="1365047"/>
            <a:ext cx="6361560" cy="111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 spc="319">
                <a:solidFill>
                  <a:srgbClr val="FFFFFF"/>
                </a:solidFill>
                <a:latin typeface="Lovelo"/>
                <a:ea typeface="Lovelo"/>
                <a:cs typeface="Lovelo"/>
                <a:sym typeface="Lovelo"/>
              </a:rPr>
              <a:t>Take Aways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19124" y="2993461"/>
            <a:ext cx="5580356" cy="396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2074" indent="-281037" lvl="1">
              <a:lnSpc>
                <a:spcPts val="2603"/>
              </a:lnSpc>
              <a:buFont typeface="Arial"/>
              <a:buChar char="•"/>
            </a:pPr>
            <a:r>
              <a:rPr lang="en-US" sz="2603" spc="5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3 quiz modes (Free roam, Guided &amp; Guided + Quizzes).</a:t>
            </a:r>
          </a:p>
          <a:p>
            <a:pPr algn="l">
              <a:lnSpc>
                <a:spcPts val="2603"/>
              </a:lnSpc>
            </a:pPr>
          </a:p>
          <a:p>
            <a:pPr algn="l" marL="562074" indent="-281037" lvl="1">
              <a:lnSpc>
                <a:spcPts val="2603"/>
              </a:lnSpc>
              <a:buFont typeface="Arial"/>
              <a:buChar char="•"/>
            </a:pPr>
            <a:r>
              <a:rPr lang="en-US" sz="2603" spc="5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Virtual environment (360° images + 3D models) for better conceptual understanding.</a:t>
            </a:r>
          </a:p>
          <a:p>
            <a:pPr algn="l">
              <a:lnSpc>
                <a:spcPts val="2603"/>
              </a:lnSpc>
            </a:pPr>
          </a:p>
          <a:p>
            <a:pPr algn="l" marL="562074" indent="-281037" lvl="1">
              <a:lnSpc>
                <a:spcPts val="2603"/>
              </a:lnSpc>
              <a:buFont typeface="Arial"/>
              <a:buChar char="•"/>
            </a:pPr>
            <a:r>
              <a:rPr lang="en-US" sz="2603" spc="5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Conceptual and intuitive User Interface.</a:t>
            </a:r>
          </a:p>
          <a:p>
            <a:pPr algn="l">
              <a:lnSpc>
                <a:spcPts val="2603"/>
              </a:lnSpc>
            </a:pPr>
          </a:p>
          <a:p>
            <a:pPr algn="l" marL="562074" indent="-281037" lvl="1">
              <a:lnSpc>
                <a:spcPts val="2603"/>
              </a:lnSpc>
              <a:buFont typeface="Arial"/>
              <a:buChar char="•"/>
            </a:pPr>
            <a:r>
              <a:rPr lang="en-US" sz="2603" spc="5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Easily expandable to include more equipment.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30336" y="2183689"/>
            <a:ext cx="5486079" cy="3099635"/>
            <a:chOff x="0" y="0"/>
            <a:chExt cx="849937" cy="4802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9937" cy="480215"/>
            </a:xfrm>
            <a:custGeom>
              <a:avLst/>
              <a:gdLst/>
              <a:ahLst/>
              <a:cxnLst/>
              <a:rect r="r" b="b" t="t" l="l"/>
              <a:pathLst>
                <a:path h="480215" w="849937">
                  <a:moveTo>
                    <a:pt x="32457" y="0"/>
                  </a:moveTo>
                  <a:lnTo>
                    <a:pt x="817480" y="0"/>
                  </a:lnTo>
                  <a:cubicBezTo>
                    <a:pt x="826088" y="0"/>
                    <a:pt x="834344" y="3420"/>
                    <a:pt x="840431" y="9507"/>
                  </a:cubicBezTo>
                  <a:cubicBezTo>
                    <a:pt x="846518" y="15594"/>
                    <a:pt x="849937" y="23849"/>
                    <a:pt x="849937" y="32457"/>
                  </a:cubicBezTo>
                  <a:lnTo>
                    <a:pt x="849937" y="447757"/>
                  </a:lnTo>
                  <a:cubicBezTo>
                    <a:pt x="849937" y="465683"/>
                    <a:pt x="835406" y="480215"/>
                    <a:pt x="817480" y="480215"/>
                  </a:cubicBezTo>
                  <a:lnTo>
                    <a:pt x="32457" y="480215"/>
                  </a:lnTo>
                  <a:cubicBezTo>
                    <a:pt x="14532" y="480215"/>
                    <a:pt x="0" y="465683"/>
                    <a:pt x="0" y="447757"/>
                  </a:cubicBezTo>
                  <a:lnTo>
                    <a:pt x="0" y="32457"/>
                  </a:lnTo>
                  <a:cubicBezTo>
                    <a:pt x="0" y="14532"/>
                    <a:pt x="14532" y="0"/>
                    <a:pt x="32457" y="0"/>
                  </a:cubicBezTo>
                  <a:close/>
                </a:path>
              </a:pathLst>
            </a:custGeom>
            <a:blipFill>
              <a:blip r:embed="rId5"/>
              <a:stretch>
                <a:fillRect l="-3091" t="-2458" r="0" b="-245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231348" y="5666529"/>
            <a:ext cx="5486079" cy="3099635"/>
            <a:chOff x="0" y="0"/>
            <a:chExt cx="849937" cy="48021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9937" cy="480215"/>
            </a:xfrm>
            <a:custGeom>
              <a:avLst/>
              <a:gdLst/>
              <a:ahLst/>
              <a:cxnLst/>
              <a:rect r="r" b="b" t="t" l="l"/>
              <a:pathLst>
                <a:path h="480215" w="849937">
                  <a:moveTo>
                    <a:pt x="32457" y="0"/>
                  </a:moveTo>
                  <a:lnTo>
                    <a:pt x="817480" y="0"/>
                  </a:lnTo>
                  <a:cubicBezTo>
                    <a:pt x="826088" y="0"/>
                    <a:pt x="834344" y="3420"/>
                    <a:pt x="840431" y="9507"/>
                  </a:cubicBezTo>
                  <a:cubicBezTo>
                    <a:pt x="846518" y="15594"/>
                    <a:pt x="849937" y="23849"/>
                    <a:pt x="849937" y="32457"/>
                  </a:cubicBezTo>
                  <a:lnTo>
                    <a:pt x="849937" y="447757"/>
                  </a:lnTo>
                  <a:cubicBezTo>
                    <a:pt x="849937" y="465683"/>
                    <a:pt x="835406" y="480215"/>
                    <a:pt x="817480" y="480215"/>
                  </a:cubicBezTo>
                  <a:lnTo>
                    <a:pt x="32457" y="480215"/>
                  </a:lnTo>
                  <a:cubicBezTo>
                    <a:pt x="14532" y="480215"/>
                    <a:pt x="0" y="465683"/>
                    <a:pt x="0" y="447757"/>
                  </a:cubicBezTo>
                  <a:lnTo>
                    <a:pt x="0" y="32457"/>
                  </a:lnTo>
                  <a:cubicBezTo>
                    <a:pt x="0" y="14532"/>
                    <a:pt x="14532" y="0"/>
                    <a:pt x="32457" y="0"/>
                  </a:cubicBezTo>
                  <a:close/>
                </a:path>
              </a:pathLst>
            </a:custGeom>
            <a:blipFill>
              <a:blip r:embed="rId6"/>
              <a:stretch>
                <a:fillRect l="-3554" t="0" r="-355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231348" y="2183689"/>
            <a:ext cx="5486079" cy="3099635"/>
            <a:chOff x="0" y="0"/>
            <a:chExt cx="849937" cy="4802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9937" cy="480215"/>
            </a:xfrm>
            <a:custGeom>
              <a:avLst/>
              <a:gdLst/>
              <a:ahLst/>
              <a:cxnLst/>
              <a:rect r="r" b="b" t="t" l="l"/>
              <a:pathLst>
                <a:path h="480215" w="849937">
                  <a:moveTo>
                    <a:pt x="32457" y="0"/>
                  </a:moveTo>
                  <a:lnTo>
                    <a:pt x="817480" y="0"/>
                  </a:lnTo>
                  <a:cubicBezTo>
                    <a:pt x="826088" y="0"/>
                    <a:pt x="834344" y="3420"/>
                    <a:pt x="840431" y="9507"/>
                  </a:cubicBezTo>
                  <a:cubicBezTo>
                    <a:pt x="846518" y="15594"/>
                    <a:pt x="849937" y="23849"/>
                    <a:pt x="849937" y="32457"/>
                  </a:cubicBezTo>
                  <a:lnTo>
                    <a:pt x="849937" y="447757"/>
                  </a:lnTo>
                  <a:cubicBezTo>
                    <a:pt x="849937" y="465683"/>
                    <a:pt x="835406" y="480215"/>
                    <a:pt x="817480" y="480215"/>
                  </a:cubicBezTo>
                  <a:lnTo>
                    <a:pt x="32457" y="480215"/>
                  </a:lnTo>
                  <a:cubicBezTo>
                    <a:pt x="14532" y="480215"/>
                    <a:pt x="0" y="465683"/>
                    <a:pt x="0" y="447757"/>
                  </a:cubicBezTo>
                  <a:lnTo>
                    <a:pt x="0" y="32457"/>
                  </a:lnTo>
                  <a:cubicBezTo>
                    <a:pt x="0" y="14532"/>
                    <a:pt x="14532" y="0"/>
                    <a:pt x="32457" y="0"/>
                  </a:cubicBezTo>
                  <a:close/>
                </a:path>
              </a:pathLst>
            </a:custGeom>
            <a:blipFill>
              <a:blip r:embed="rId7"/>
              <a:stretch>
                <a:fillRect l="-786" t="0" r="-786" b="0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DAG5cnlIi30</dc:identifier>
  <dcterms:modified xsi:type="dcterms:W3CDTF">2011-08-01T06:04:30Z</dcterms:modified>
  <cp:revision>1</cp:revision>
  <dc:title>Design Day Presentation</dc:title>
</cp:coreProperties>
</file>